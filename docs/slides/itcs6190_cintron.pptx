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712F0-7054-A46B-B1E9-BD5B0F88EC7A}" v="6" dt="2026-06-22T00:41:44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1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Cintron-Arias" userId="4f0c7142-fc43-42c8-9fe0-e83c808a4080" providerId="ADAL" clId="{9ECFE1F4-F242-41C4-BBEE-58ED7B822E0D}"/>
    <pc:docChg chg="custSel modSld">
      <pc:chgData name="Ariel Cintron-Arias" userId="4f0c7142-fc43-42c8-9fe0-e83c808a4080" providerId="ADAL" clId="{9ECFE1F4-F242-41C4-BBEE-58ED7B822E0D}" dt="2026-06-22T00:59:13.045" v="312"/>
      <pc:docMkLst>
        <pc:docMk/>
      </pc:docMkLst>
      <pc:sldChg chg="addSp delSp modSp mod">
        <pc:chgData name="Ariel Cintron-Arias" userId="4f0c7142-fc43-42c8-9fe0-e83c808a4080" providerId="ADAL" clId="{9ECFE1F4-F242-41C4-BBEE-58ED7B822E0D}" dt="2026-06-22T00:54:30.314" v="196"/>
        <pc:sldMkLst>
          <pc:docMk/>
          <pc:sldMk cId="2821707536" sldId="257"/>
        </pc:sldMkLst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3" creationId="{CED74832-C477-F058-C35E-6F575709D7BE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4" creationId="{A21917D2-BA7E-5D5D-DAE7-10DC4F73516E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5" creationId="{62DA7B88-3FC1-2204-F636-1F4C1FD9DC9D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6" creationId="{603D7A1E-56CA-2EAE-32BB-711B91D34CF7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7" creationId="{6CBD61AD-6A04-9F9C-B274-8C5853EE3590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8" creationId="{76BF3C7B-8599-F537-CE59-8B28E09C9C10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9" creationId="{F7F28072-A380-1753-7024-FECB4F99F36C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10" creationId="{308AC6A2-5467-1689-2CD2-BED2D7045A96}"/>
          </ac:inkMkLst>
        </pc:inkChg>
        <pc:inkChg chg="add del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11" creationId="{828DCFE1-36A2-0A6D-7FB9-B9A361D1F319}"/>
          </ac:inkMkLst>
        </pc:inkChg>
        <pc:inkChg chg="add reco">
          <ac:chgData name="Ariel Cintron-Arias" userId="4f0c7142-fc43-42c8-9fe0-e83c808a4080" providerId="ADAL" clId="{9ECFE1F4-F242-41C4-BBEE-58ED7B822E0D}" dt="2026-06-22T00:48:19.904" v="9"/>
          <ac:inkMkLst>
            <pc:docMk/>
            <pc:sldMk cId="2821707536" sldId="257"/>
            <ac:inkMk id="12" creationId="{CF1A486B-E722-6F6B-CBDD-98CE53F00029}"/>
          </ac:inkMkLst>
        </pc:inkChg>
        <pc:inkChg chg="add del">
          <ac:chgData name="Ariel Cintron-Arias" userId="4f0c7142-fc43-42c8-9fe0-e83c808a4080" providerId="ADAL" clId="{9ECFE1F4-F242-41C4-BBEE-58ED7B822E0D}" dt="2026-06-22T00:48:25.165" v="14"/>
          <ac:inkMkLst>
            <pc:docMk/>
            <pc:sldMk cId="2821707536" sldId="257"/>
            <ac:inkMk id="13" creationId="{8CD50965-8BC8-D562-5CE0-24915BE3D434}"/>
          </ac:inkMkLst>
        </pc:inkChg>
        <pc:inkChg chg="add del">
          <ac:chgData name="Ariel Cintron-Arias" userId="4f0c7142-fc43-42c8-9fe0-e83c808a4080" providerId="ADAL" clId="{9ECFE1F4-F242-41C4-BBEE-58ED7B822E0D}" dt="2026-06-22T00:48:25.165" v="14"/>
          <ac:inkMkLst>
            <pc:docMk/>
            <pc:sldMk cId="2821707536" sldId="257"/>
            <ac:inkMk id="14" creationId="{AAA8B168-959E-7575-F6FC-E16CE46753C0}"/>
          </ac:inkMkLst>
        </pc:inkChg>
        <pc:inkChg chg="add del">
          <ac:chgData name="Ariel Cintron-Arias" userId="4f0c7142-fc43-42c8-9fe0-e83c808a4080" providerId="ADAL" clId="{9ECFE1F4-F242-41C4-BBEE-58ED7B822E0D}" dt="2026-06-22T00:48:25.165" v="14"/>
          <ac:inkMkLst>
            <pc:docMk/>
            <pc:sldMk cId="2821707536" sldId="257"/>
            <ac:inkMk id="15" creationId="{0AF6F100-7152-4F73-81C8-C907C6651D6E}"/>
          </ac:inkMkLst>
        </pc:inkChg>
        <pc:inkChg chg="add del">
          <ac:chgData name="Ariel Cintron-Arias" userId="4f0c7142-fc43-42c8-9fe0-e83c808a4080" providerId="ADAL" clId="{9ECFE1F4-F242-41C4-BBEE-58ED7B822E0D}" dt="2026-06-22T00:48:25.165" v="14"/>
          <ac:inkMkLst>
            <pc:docMk/>
            <pc:sldMk cId="2821707536" sldId="257"/>
            <ac:inkMk id="16" creationId="{D34AC264-8D56-EC36-1274-04AD27FCFDCC}"/>
          </ac:inkMkLst>
        </pc:inkChg>
        <pc:inkChg chg="add reco">
          <ac:chgData name="Ariel Cintron-Arias" userId="4f0c7142-fc43-42c8-9fe0-e83c808a4080" providerId="ADAL" clId="{9ECFE1F4-F242-41C4-BBEE-58ED7B822E0D}" dt="2026-06-22T00:48:25.165" v="14"/>
          <ac:inkMkLst>
            <pc:docMk/>
            <pc:sldMk cId="2821707536" sldId="257"/>
            <ac:inkMk id="17" creationId="{1B6E084F-6A1C-0F87-30B4-69A4DF21D7CE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18" creationId="{00B72AF6-4799-2E69-9D02-DEA05B9248E5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19" creationId="{2E5CD441-3702-53FC-AD9C-209B7A84AE29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0" creationId="{B13C77EA-BF0E-A04D-7EC7-38447DB45C3B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1" creationId="{CA6E93FD-CD03-7B3C-B2FF-0517A447B2F1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2" creationId="{E0170BA4-BAD3-E5D9-47D6-F535AA839362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3" creationId="{B1CCD4CF-3AD1-0E6F-7CFA-7C04C1562E9B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4" creationId="{52755560-D822-78FF-4369-927A48CEA2A7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5" creationId="{EE31FAC3-6850-1764-101B-AFAE511E30F2}"/>
          </ac:inkMkLst>
        </pc:inkChg>
        <pc:inkChg chg="add del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6" creationId="{83B206A3-8A23-1120-ADE0-19926B83AF16}"/>
          </ac:inkMkLst>
        </pc:inkChg>
        <pc:inkChg chg="add reco">
          <ac:chgData name="Ariel Cintron-Arias" userId="4f0c7142-fc43-42c8-9fe0-e83c808a4080" providerId="ADAL" clId="{9ECFE1F4-F242-41C4-BBEE-58ED7B822E0D}" dt="2026-06-22T00:48:30.686" v="24"/>
          <ac:inkMkLst>
            <pc:docMk/>
            <pc:sldMk cId="2821707536" sldId="257"/>
            <ac:inkMk id="27" creationId="{8FF27674-E48E-B8D3-9F78-F72622B2B1BE}"/>
          </ac:inkMkLst>
        </pc:inkChg>
        <pc:inkChg chg="add del">
          <ac:chgData name="Ariel Cintron-Arias" userId="4f0c7142-fc43-42c8-9fe0-e83c808a4080" providerId="ADAL" clId="{9ECFE1F4-F242-41C4-BBEE-58ED7B822E0D}" dt="2026-06-22T00:48:40.065" v="27"/>
          <ac:inkMkLst>
            <pc:docMk/>
            <pc:sldMk cId="2821707536" sldId="257"/>
            <ac:inkMk id="28" creationId="{AD16F2E8-65FB-1358-D027-E82E6A95C4DC}"/>
          </ac:inkMkLst>
        </pc:inkChg>
        <pc:inkChg chg="add del">
          <ac:chgData name="Ariel Cintron-Arias" userId="4f0c7142-fc43-42c8-9fe0-e83c808a4080" providerId="ADAL" clId="{9ECFE1F4-F242-41C4-BBEE-58ED7B822E0D}" dt="2026-06-22T00:48:40.065" v="27"/>
          <ac:inkMkLst>
            <pc:docMk/>
            <pc:sldMk cId="2821707536" sldId="257"/>
            <ac:inkMk id="29" creationId="{6278A3CB-9E27-E3F6-C895-3D85C29540F0}"/>
          </ac:inkMkLst>
        </pc:inkChg>
        <pc:inkChg chg="add reco">
          <ac:chgData name="Ariel Cintron-Arias" userId="4f0c7142-fc43-42c8-9fe0-e83c808a4080" providerId="ADAL" clId="{9ECFE1F4-F242-41C4-BBEE-58ED7B822E0D}" dt="2026-06-22T00:48:40.065" v="27"/>
          <ac:inkMkLst>
            <pc:docMk/>
            <pc:sldMk cId="2821707536" sldId="257"/>
            <ac:inkMk id="30" creationId="{C8F6711A-BF24-500D-66B8-89E58B9293F3}"/>
          </ac:inkMkLst>
        </pc:inkChg>
        <pc:inkChg chg="add del">
          <ac:chgData name="Ariel Cintron-Arias" userId="4f0c7142-fc43-42c8-9fe0-e83c808a4080" providerId="ADAL" clId="{9ECFE1F4-F242-41C4-BBEE-58ED7B822E0D}" dt="2026-06-22T00:48:49.951" v="32"/>
          <ac:inkMkLst>
            <pc:docMk/>
            <pc:sldMk cId="2821707536" sldId="257"/>
            <ac:inkMk id="31" creationId="{BEBFAB95-9F73-03D3-986E-CD934CC3A444}"/>
          </ac:inkMkLst>
        </pc:inkChg>
        <pc:inkChg chg="add del">
          <ac:chgData name="Ariel Cintron-Arias" userId="4f0c7142-fc43-42c8-9fe0-e83c808a4080" providerId="ADAL" clId="{9ECFE1F4-F242-41C4-BBEE-58ED7B822E0D}" dt="2026-06-22T00:48:49.951" v="32"/>
          <ac:inkMkLst>
            <pc:docMk/>
            <pc:sldMk cId="2821707536" sldId="257"/>
            <ac:inkMk id="32" creationId="{AF7AD123-0F35-64AD-377C-537E1B49E1E2}"/>
          </ac:inkMkLst>
        </pc:inkChg>
        <pc:inkChg chg="add del">
          <ac:chgData name="Ariel Cintron-Arias" userId="4f0c7142-fc43-42c8-9fe0-e83c808a4080" providerId="ADAL" clId="{9ECFE1F4-F242-41C4-BBEE-58ED7B822E0D}" dt="2026-06-22T00:48:49.951" v="32"/>
          <ac:inkMkLst>
            <pc:docMk/>
            <pc:sldMk cId="2821707536" sldId="257"/>
            <ac:inkMk id="33" creationId="{52FA8987-711D-B57A-6DF8-2209AD7CF7A9}"/>
          </ac:inkMkLst>
        </pc:inkChg>
        <pc:inkChg chg="add del">
          <ac:chgData name="Ariel Cintron-Arias" userId="4f0c7142-fc43-42c8-9fe0-e83c808a4080" providerId="ADAL" clId="{9ECFE1F4-F242-41C4-BBEE-58ED7B822E0D}" dt="2026-06-22T00:48:49.951" v="32"/>
          <ac:inkMkLst>
            <pc:docMk/>
            <pc:sldMk cId="2821707536" sldId="257"/>
            <ac:inkMk id="34" creationId="{AE9238B6-278D-48E5-0094-18DD8C3FE0FA}"/>
          </ac:inkMkLst>
        </pc:inkChg>
        <pc:inkChg chg="add reco">
          <ac:chgData name="Ariel Cintron-Arias" userId="4f0c7142-fc43-42c8-9fe0-e83c808a4080" providerId="ADAL" clId="{9ECFE1F4-F242-41C4-BBEE-58ED7B822E0D}" dt="2026-06-22T00:48:49.951" v="32"/>
          <ac:inkMkLst>
            <pc:docMk/>
            <pc:sldMk cId="2821707536" sldId="257"/>
            <ac:inkMk id="35" creationId="{76E585AF-D513-4F34-657A-E4FA11614B79}"/>
          </ac:inkMkLst>
        </pc:inkChg>
        <pc:inkChg chg="add">
          <ac:chgData name="Ariel Cintron-Arias" userId="4f0c7142-fc43-42c8-9fe0-e83c808a4080" providerId="ADAL" clId="{9ECFE1F4-F242-41C4-BBEE-58ED7B822E0D}" dt="2026-06-22T00:48:51.531" v="33"/>
          <ac:inkMkLst>
            <pc:docMk/>
            <pc:sldMk cId="2821707536" sldId="257"/>
            <ac:inkMk id="36" creationId="{AEC0E567-7B94-3057-B801-EAA6FD18D07C}"/>
          </ac:inkMkLst>
        </pc:inkChg>
        <pc:inkChg chg="add del">
          <ac:chgData name="Ariel Cintron-Arias" userId="4f0c7142-fc43-42c8-9fe0-e83c808a4080" providerId="ADAL" clId="{9ECFE1F4-F242-41C4-BBEE-58ED7B822E0D}" dt="2026-06-22T00:48:58.882" v="40"/>
          <ac:inkMkLst>
            <pc:docMk/>
            <pc:sldMk cId="2821707536" sldId="257"/>
            <ac:inkMk id="37" creationId="{E4DAF5AD-EFC4-FDD5-E183-74101CE8E73A}"/>
          </ac:inkMkLst>
        </pc:inkChg>
        <pc:inkChg chg="add del">
          <ac:chgData name="Ariel Cintron-Arias" userId="4f0c7142-fc43-42c8-9fe0-e83c808a4080" providerId="ADAL" clId="{9ECFE1F4-F242-41C4-BBEE-58ED7B822E0D}" dt="2026-06-22T00:48:58.882" v="40"/>
          <ac:inkMkLst>
            <pc:docMk/>
            <pc:sldMk cId="2821707536" sldId="257"/>
            <ac:inkMk id="38" creationId="{4C7856E0-1044-F2BE-2BB8-2E96C9F3E462}"/>
          </ac:inkMkLst>
        </pc:inkChg>
        <pc:inkChg chg="add del">
          <ac:chgData name="Ariel Cintron-Arias" userId="4f0c7142-fc43-42c8-9fe0-e83c808a4080" providerId="ADAL" clId="{9ECFE1F4-F242-41C4-BBEE-58ED7B822E0D}" dt="2026-06-22T00:48:58.882" v="40"/>
          <ac:inkMkLst>
            <pc:docMk/>
            <pc:sldMk cId="2821707536" sldId="257"/>
            <ac:inkMk id="39" creationId="{BB8E5D8F-1368-6B4B-4681-EAB26700A238}"/>
          </ac:inkMkLst>
        </pc:inkChg>
        <pc:inkChg chg="add del">
          <ac:chgData name="Ariel Cintron-Arias" userId="4f0c7142-fc43-42c8-9fe0-e83c808a4080" providerId="ADAL" clId="{9ECFE1F4-F242-41C4-BBEE-58ED7B822E0D}" dt="2026-06-22T00:48:58.882" v="40"/>
          <ac:inkMkLst>
            <pc:docMk/>
            <pc:sldMk cId="2821707536" sldId="257"/>
            <ac:inkMk id="40" creationId="{FE2BACDC-8E69-F8DD-6F16-AC743B9252F5}"/>
          </ac:inkMkLst>
        </pc:inkChg>
        <pc:inkChg chg="add del">
          <ac:chgData name="Ariel Cintron-Arias" userId="4f0c7142-fc43-42c8-9fe0-e83c808a4080" providerId="ADAL" clId="{9ECFE1F4-F242-41C4-BBEE-58ED7B822E0D}" dt="2026-06-22T00:48:58.882" v="40"/>
          <ac:inkMkLst>
            <pc:docMk/>
            <pc:sldMk cId="2821707536" sldId="257"/>
            <ac:inkMk id="41" creationId="{CEF0D47D-046D-48F8-4F05-9D9352D65AE5}"/>
          </ac:inkMkLst>
        </pc:inkChg>
        <pc:inkChg chg="add">
          <ac:chgData name="Ariel Cintron-Arias" userId="4f0c7142-fc43-42c8-9fe0-e83c808a4080" providerId="ADAL" clId="{9ECFE1F4-F242-41C4-BBEE-58ED7B822E0D}" dt="2026-06-22T00:48:58.332" v="39"/>
          <ac:inkMkLst>
            <pc:docMk/>
            <pc:sldMk cId="2821707536" sldId="257"/>
            <ac:inkMk id="42" creationId="{766BCC2F-57E5-F590-1F82-6B01B5D9F57A}"/>
          </ac:inkMkLst>
        </pc:inkChg>
        <pc:inkChg chg="add reco">
          <ac:chgData name="Ariel Cintron-Arias" userId="4f0c7142-fc43-42c8-9fe0-e83c808a4080" providerId="ADAL" clId="{9ECFE1F4-F242-41C4-BBEE-58ED7B822E0D}" dt="2026-06-22T00:48:58.882" v="40"/>
          <ac:inkMkLst>
            <pc:docMk/>
            <pc:sldMk cId="2821707536" sldId="257"/>
            <ac:inkMk id="43" creationId="{F8069893-7FAE-A11E-5C87-46762F976E5D}"/>
          </ac:inkMkLst>
        </pc:inkChg>
        <pc:inkChg chg="add del">
          <ac:chgData name="Ariel Cintron-Arias" userId="4f0c7142-fc43-42c8-9fe0-e83c808a4080" providerId="ADAL" clId="{9ECFE1F4-F242-41C4-BBEE-58ED7B822E0D}" dt="2026-06-22T00:49:06.858" v="47"/>
          <ac:inkMkLst>
            <pc:docMk/>
            <pc:sldMk cId="2821707536" sldId="257"/>
            <ac:inkMk id="44" creationId="{9CF7BB67-EA0F-047A-7449-4A9D113EB079}"/>
          </ac:inkMkLst>
        </pc:inkChg>
        <pc:inkChg chg="add del">
          <ac:chgData name="Ariel Cintron-Arias" userId="4f0c7142-fc43-42c8-9fe0-e83c808a4080" providerId="ADAL" clId="{9ECFE1F4-F242-41C4-BBEE-58ED7B822E0D}" dt="2026-06-22T00:49:06.858" v="47"/>
          <ac:inkMkLst>
            <pc:docMk/>
            <pc:sldMk cId="2821707536" sldId="257"/>
            <ac:inkMk id="45" creationId="{512DDA8F-950A-24DA-EFEC-74686E9BAFB3}"/>
          </ac:inkMkLst>
        </pc:inkChg>
        <pc:inkChg chg="add del">
          <ac:chgData name="Ariel Cintron-Arias" userId="4f0c7142-fc43-42c8-9fe0-e83c808a4080" providerId="ADAL" clId="{9ECFE1F4-F242-41C4-BBEE-58ED7B822E0D}" dt="2026-06-22T00:49:06.858" v="47"/>
          <ac:inkMkLst>
            <pc:docMk/>
            <pc:sldMk cId="2821707536" sldId="257"/>
            <ac:inkMk id="46" creationId="{0C76F0DA-0682-591C-6D63-013246A299FD}"/>
          </ac:inkMkLst>
        </pc:inkChg>
        <pc:inkChg chg="add del">
          <ac:chgData name="Ariel Cintron-Arias" userId="4f0c7142-fc43-42c8-9fe0-e83c808a4080" providerId="ADAL" clId="{9ECFE1F4-F242-41C4-BBEE-58ED7B822E0D}" dt="2026-06-22T00:49:06.858" v="47"/>
          <ac:inkMkLst>
            <pc:docMk/>
            <pc:sldMk cId="2821707536" sldId="257"/>
            <ac:inkMk id="47" creationId="{91157B18-9D5C-B3E9-7C6A-F03F26871498}"/>
          </ac:inkMkLst>
        </pc:inkChg>
        <pc:inkChg chg="add del">
          <ac:chgData name="Ariel Cintron-Arias" userId="4f0c7142-fc43-42c8-9fe0-e83c808a4080" providerId="ADAL" clId="{9ECFE1F4-F242-41C4-BBEE-58ED7B822E0D}" dt="2026-06-22T00:49:06.858" v="47"/>
          <ac:inkMkLst>
            <pc:docMk/>
            <pc:sldMk cId="2821707536" sldId="257"/>
            <ac:inkMk id="48" creationId="{E409E720-7786-720C-A458-11813CF93B19}"/>
          </ac:inkMkLst>
        </pc:inkChg>
        <pc:inkChg chg="add del">
          <ac:chgData name="Ariel Cintron-Arias" userId="4f0c7142-fc43-42c8-9fe0-e83c808a4080" providerId="ADAL" clId="{9ECFE1F4-F242-41C4-BBEE-58ED7B822E0D}" dt="2026-06-22T00:49:06.858" v="47"/>
          <ac:inkMkLst>
            <pc:docMk/>
            <pc:sldMk cId="2821707536" sldId="257"/>
            <ac:inkMk id="49" creationId="{23D5A671-220F-3664-6F06-0774FCD004A6}"/>
          </ac:inkMkLst>
        </pc:inkChg>
        <pc:inkChg chg="add reco">
          <ac:chgData name="Ariel Cintron-Arias" userId="4f0c7142-fc43-42c8-9fe0-e83c808a4080" providerId="ADAL" clId="{9ECFE1F4-F242-41C4-BBEE-58ED7B822E0D}" dt="2026-06-22T00:49:06.858" v="47"/>
          <ac:inkMkLst>
            <pc:docMk/>
            <pc:sldMk cId="2821707536" sldId="257"/>
            <ac:inkMk id="50" creationId="{8B8F824C-6945-E7FA-984D-DE21A31188D4}"/>
          </ac:inkMkLst>
        </pc:inkChg>
        <pc:inkChg chg="add del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1" creationId="{6921C940-C1F2-511E-6A7A-AFDE6DF4870D}"/>
          </ac:inkMkLst>
        </pc:inkChg>
        <pc:inkChg chg="add del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2" creationId="{A3C5AFB2-F35B-0996-6F65-C4B921C0263E}"/>
          </ac:inkMkLst>
        </pc:inkChg>
        <pc:inkChg chg="add del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3" creationId="{B7847779-9EAD-41CE-D8D6-04257C25E05D}"/>
          </ac:inkMkLst>
        </pc:inkChg>
        <pc:inkChg chg="add del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4" creationId="{5BFD95F2-2461-F8A1-B714-536C9D1AA4EC}"/>
          </ac:inkMkLst>
        </pc:inkChg>
        <pc:inkChg chg="add del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5" creationId="{054D01F1-CCFB-5EC1-0015-B7AA3ADD4EA7}"/>
          </ac:inkMkLst>
        </pc:inkChg>
        <pc:inkChg chg="add del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6" creationId="{BA9FD788-8593-BC3B-4A86-7D52F426A312}"/>
          </ac:inkMkLst>
        </pc:inkChg>
        <pc:inkChg chg="add del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7" creationId="{BD5AD548-0D64-2742-06F3-91BD66D4AF55}"/>
          </ac:inkMkLst>
        </pc:inkChg>
        <pc:inkChg chg="add reco">
          <ac:chgData name="Ariel Cintron-Arias" userId="4f0c7142-fc43-42c8-9fe0-e83c808a4080" providerId="ADAL" clId="{9ECFE1F4-F242-41C4-BBEE-58ED7B822E0D}" dt="2026-06-22T00:49:29.017" v="55"/>
          <ac:inkMkLst>
            <pc:docMk/>
            <pc:sldMk cId="2821707536" sldId="257"/>
            <ac:inkMk id="58" creationId="{BCE0A8C2-35A6-556A-6475-F470D09972FF}"/>
          </ac:inkMkLst>
        </pc:inkChg>
        <pc:inkChg chg="add del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59" creationId="{C221CD20-11F0-4464-639B-B0675DCFFB5C}"/>
          </ac:inkMkLst>
        </pc:inkChg>
        <pc:inkChg chg="add del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60" creationId="{2DE054CC-166A-81C4-F716-6084B1FAD566}"/>
          </ac:inkMkLst>
        </pc:inkChg>
        <pc:inkChg chg="add del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61" creationId="{9381BCBE-9175-D6FE-5090-F24C01AE2030}"/>
          </ac:inkMkLst>
        </pc:inkChg>
        <pc:inkChg chg="add del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62" creationId="{0F8DC90C-6983-D91C-D629-0B66B5D0396D}"/>
          </ac:inkMkLst>
        </pc:inkChg>
        <pc:inkChg chg="add del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63" creationId="{F594DD59-2D3F-A710-975F-98613950B1AC}"/>
          </ac:inkMkLst>
        </pc:inkChg>
        <pc:inkChg chg="add del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64" creationId="{8850DD02-5739-026F-9E81-E64DAD1D4997}"/>
          </ac:inkMkLst>
        </pc:inkChg>
        <pc:inkChg chg="add del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65" creationId="{A71B0AA6-D6FD-2379-E2B7-DB63FF07488C}"/>
          </ac:inkMkLst>
        </pc:inkChg>
        <pc:inkChg chg="add reco">
          <ac:chgData name="Ariel Cintron-Arias" userId="4f0c7142-fc43-42c8-9fe0-e83c808a4080" providerId="ADAL" clId="{9ECFE1F4-F242-41C4-BBEE-58ED7B822E0D}" dt="2026-06-22T00:49:34.098" v="63"/>
          <ac:inkMkLst>
            <pc:docMk/>
            <pc:sldMk cId="2821707536" sldId="257"/>
            <ac:inkMk id="66" creationId="{BD49AAD8-2540-6AC3-F1BF-ECC2DCCF8939}"/>
          </ac:inkMkLst>
        </pc:inkChg>
        <pc:inkChg chg="add">
          <ac:chgData name="Ariel Cintron-Arias" userId="4f0c7142-fc43-42c8-9fe0-e83c808a4080" providerId="ADAL" clId="{9ECFE1F4-F242-41C4-BBEE-58ED7B822E0D}" dt="2026-06-22T00:49:36.250" v="64"/>
          <ac:inkMkLst>
            <pc:docMk/>
            <pc:sldMk cId="2821707536" sldId="257"/>
            <ac:inkMk id="67" creationId="{795BCF8E-A5AE-22C4-0A55-B86D1291B249}"/>
          </ac:inkMkLst>
        </pc:inkChg>
        <pc:inkChg chg="add del">
          <ac:chgData name="Ariel Cintron-Arias" userId="4f0c7142-fc43-42c8-9fe0-e83c808a4080" providerId="ADAL" clId="{9ECFE1F4-F242-41C4-BBEE-58ED7B822E0D}" dt="2026-06-22T00:52:00.103" v="97"/>
          <ac:inkMkLst>
            <pc:docMk/>
            <pc:sldMk cId="2821707536" sldId="257"/>
            <ac:inkMk id="68" creationId="{5ED17DC1-B98A-12A9-78FB-4D8C01CAEC7D}"/>
          </ac:inkMkLst>
        </pc:inkChg>
        <pc:inkChg chg="add del">
          <ac:chgData name="Ariel Cintron-Arias" userId="4f0c7142-fc43-42c8-9fe0-e83c808a4080" providerId="ADAL" clId="{9ECFE1F4-F242-41C4-BBEE-58ED7B822E0D}" dt="2026-06-22T00:52:00.103" v="97"/>
          <ac:inkMkLst>
            <pc:docMk/>
            <pc:sldMk cId="2821707536" sldId="257"/>
            <ac:inkMk id="69" creationId="{285B2D0A-24C7-62C6-7AAE-2FA417FD90A5}"/>
          </ac:inkMkLst>
        </pc:inkChg>
        <pc:inkChg chg="add del">
          <ac:chgData name="Ariel Cintron-Arias" userId="4f0c7142-fc43-42c8-9fe0-e83c808a4080" providerId="ADAL" clId="{9ECFE1F4-F242-41C4-BBEE-58ED7B822E0D}" dt="2026-06-22T00:49:48.929" v="71"/>
          <ac:inkMkLst>
            <pc:docMk/>
            <pc:sldMk cId="2821707536" sldId="257"/>
            <ac:inkMk id="70" creationId="{F60EE608-10C9-11BB-1069-808A4CA3BBAC}"/>
          </ac:inkMkLst>
        </pc:inkChg>
        <pc:inkChg chg="add del">
          <ac:chgData name="Ariel Cintron-Arias" userId="4f0c7142-fc43-42c8-9fe0-e83c808a4080" providerId="ADAL" clId="{9ECFE1F4-F242-41C4-BBEE-58ED7B822E0D}" dt="2026-06-22T00:49:48.929" v="71"/>
          <ac:inkMkLst>
            <pc:docMk/>
            <pc:sldMk cId="2821707536" sldId="257"/>
            <ac:inkMk id="71" creationId="{B026EDD9-AB1F-80F8-20C0-7551E080FA11}"/>
          </ac:inkMkLst>
        </pc:inkChg>
        <pc:inkChg chg="add">
          <ac:chgData name="Ariel Cintron-Arias" userId="4f0c7142-fc43-42c8-9fe0-e83c808a4080" providerId="ADAL" clId="{9ECFE1F4-F242-41C4-BBEE-58ED7B822E0D}" dt="2026-06-22T00:49:47.133" v="69"/>
          <ac:inkMkLst>
            <pc:docMk/>
            <pc:sldMk cId="2821707536" sldId="257"/>
            <ac:inkMk id="72" creationId="{2C9389AD-57E3-6B22-7A5F-D1D8BA7302FD}"/>
          </ac:inkMkLst>
        </pc:inkChg>
        <pc:inkChg chg="add">
          <ac:chgData name="Ariel Cintron-Arias" userId="4f0c7142-fc43-42c8-9fe0-e83c808a4080" providerId="ADAL" clId="{9ECFE1F4-F242-41C4-BBEE-58ED7B822E0D}" dt="2026-06-22T00:49:48.066" v="70"/>
          <ac:inkMkLst>
            <pc:docMk/>
            <pc:sldMk cId="2821707536" sldId="257"/>
            <ac:inkMk id="73" creationId="{B1EE1577-85B0-1BDC-CF70-6514F00B0D08}"/>
          </ac:inkMkLst>
        </pc:inkChg>
        <pc:inkChg chg="add reco">
          <ac:chgData name="Ariel Cintron-Arias" userId="4f0c7142-fc43-42c8-9fe0-e83c808a4080" providerId="ADAL" clId="{9ECFE1F4-F242-41C4-BBEE-58ED7B822E0D}" dt="2026-06-22T00:49:48.929" v="71"/>
          <ac:inkMkLst>
            <pc:docMk/>
            <pc:sldMk cId="2821707536" sldId="257"/>
            <ac:inkMk id="74" creationId="{927C2BDB-85C5-D074-6553-BB0BF8EFA549}"/>
          </ac:inkMkLst>
        </pc:inkChg>
        <pc:inkChg chg="add del">
          <ac:chgData name="Ariel Cintron-Arias" userId="4f0c7142-fc43-42c8-9fe0-e83c808a4080" providerId="ADAL" clId="{9ECFE1F4-F242-41C4-BBEE-58ED7B822E0D}" dt="2026-06-22T00:50:03.449" v="74"/>
          <ac:inkMkLst>
            <pc:docMk/>
            <pc:sldMk cId="2821707536" sldId="257"/>
            <ac:inkMk id="75" creationId="{D0E68BEB-73A1-D316-E9EE-0B4482F4A68A}"/>
          </ac:inkMkLst>
        </pc:inkChg>
        <pc:inkChg chg="add del">
          <ac:chgData name="Ariel Cintron-Arias" userId="4f0c7142-fc43-42c8-9fe0-e83c808a4080" providerId="ADAL" clId="{9ECFE1F4-F242-41C4-BBEE-58ED7B822E0D}" dt="2026-06-22T00:50:03.449" v="74"/>
          <ac:inkMkLst>
            <pc:docMk/>
            <pc:sldMk cId="2821707536" sldId="257"/>
            <ac:inkMk id="76" creationId="{E7869776-4143-CB67-0484-12664CFCCB08}"/>
          </ac:inkMkLst>
        </pc:inkChg>
        <pc:inkChg chg="add reco">
          <ac:chgData name="Ariel Cintron-Arias" userId="4f0c7142-fc43-42c8-9fe0-e83c808a4080" providerId="ADAL" clId="{9ECFE1F4-F242-41C4-BBEE-58ED7B822E0D}" dt="2026-06-22T00:50:03.449" v="74"/>
          <ac:inkMkLst>
            <pc:docMk/>
            <pc:sldMk cId="2821707536" sldId="257"/>
            <ac:inkMk id="77" creationId="{39EADB1C-8518-8DFF-4E0E-61DCD005B2E4}"/>
          </ac:inkMkLst>
        </pc:inkChg>
        <pc:inkChg chg="add del">
          <ac:chgData name="Ariel Cintron-Arias" userId="4f0c7142-fc43-42c8-9fe0-e83c808a4080" providerId="ADAL" clId="{9ECFE1F4-F242-41C4-BBEE-58ED7B822E0D}" dt="2026-06-22T00:50:06.092" v="77"/>
          <ac:inkMkLst>
            <pc:docMk/>
            <pc:sldMk cId="2821707536" sldId="257"/>
            <ac:inkMk id="78" creationId="{7BA44CFC-BF21-6705-2DC3-D06565C27998}"/>
          </ac:inkMkLst>
        </pc:inkChg>
        <pc:inkChg chg="add del">
          <ac:chgData name="Ariel Cintron-Arias" userId="4f0c7142-fc43-42c8-9fe0-e83c808a4080" providerId="ADAL" clId="{9ECFE1F4-F242-41C4-BBEE-58ED7B822E0D}" dt="2026-06-22T00:50:06.092" v="77"/>
          <ac:inkMkLst>
            <pc:docMk/>
            <pc:sldMk cId="2821707536" sldId="257"/>
            <ac:inkMk id="79" creationId="{BC659A61-7641-6138-5270-0E6A2EF96014}"/>
          </ac:inkMkLst>
        </pc:inkChg>
        <pc:inkChg chg="add reco">
          <ac:chgData name="Ariel Cintron-Arias" userId="4f0c7142-fc43-42c8-9fe0-e83c808a4080" providerId="ADAL" clId="{9ECFE1F4-F242-41C4-BBEE-58ED7B822E0D}" dt="2026-06-22T00:50:06.092" v="77"/>
          <ac:inkMkLst>
            <pc:docMk/>
            <pc:sldMk cId="2821707536" sldId="257"/>
            <ac:inkMk id="80" creationId="{F4C7C65C-0375-D6E6-7A18-1049DF1E2495}"/>
          </ac:inkMkLst>
        </pc:inkChg>
        <pc:inkChg chg="add del">
          <ac:chgData name="Ariel Cintron-Arias" userId="4f0c7142-fc43-42c8-9fe0-e83c808a4080" providerId="ADAL" clId="{9ECFE1F4-F242-41C4-BBEE-58ED7B822E0D}" dt="2026-06-22T00:50:08.034" v="80"/>
          <ac:inkMkLst>
            <pc:docMk/>
            <pc:sldMk cId="2821707536" sldId="257"/>
            <ac:inkMk id="81" creationId="{E08C3FA1-EE89-1A67-648B-AA69AA93CEBC}"/>
          </ac:inkMkLst>
        </pc:inkChg>
        <pc:inkChg chg="add del">
          <ac:chgData name="Ariel Cintron-Arias" userId="4f0c7142-fc43-42c8-9fe0-e83c808a4080" providerId="ADAL" clId="{9ECFE1F4-F242-41C4-BBEE-58ED7B822E0D}" dt="2026-06-22T00:50:08.034" v="80"/>
          <ac:inkMkLst>
            <pc:docMk/>
            <pc:sldMk cId="2821707536" sldId="257"/>
            <ac:inkMk id="82" creationId="{E6A26424-E057-41C2-ED2E-37C8577B5904}"/>
          </ac:inkMkLst>
        </pc:inkChg>
        <pc:inkChg chg="add reco">
          <ac:chgData name="Ariel Cintron-Arias" userId="4f0c7142-fc43-42c8-9fe0-e83c808a4080" providerId="ADAL" clId="{9ECFE1F4-F242-41C4-BBEE-58ED7B822E0D}" dt="2026-06-22T00:50:08.034" v="80"/>
          <ac:inkMkLst>
            <pc:docMk/>
            <pc:sldMk cId="2821707536" sldId="257"/>
            <ac:inkMk id="83" creationId="{8D4964EC-C2CF-C7A5-A5AB-1DB901EB7F3C}"/>
          </ac:inkMkLst>
        </pc:inkChg>
        <pc:inkChg chg="add">
          <ac:chgData name="Ariel Cintron-Arias" userId="4f0c7142-fc43-42c8-9fe0-e83c808a4080" providerId="ADAL" clId="{9ECFE1F4-F242-41C4-BBEE-58ED7B822E0D}" dt="2026-06-22T00:50:08.566" v="81"/>
          <ac:inkMkLst>
            <pc:docMk/>
            <pc:sldMk cId="2821707536" sldId="257"/>
            <ac:inkMk id="84" creationId="{1DF06FA5-8566-4B34-EA23-BEE97744C95F}"/>
          </ac:inkMkLst>
        </pc:inkChg>
        <pc:inkChg chg="add del">
          <ac:chgData name="Ariel Cintron-Arias" userId="4f0c7142-fc43-42c8-9fe0-e83c808a4080" providerId="ADAL" clId="{9ECFE1F4-F242-41C4-BBEE-58ED7B822E0D}" dt="2026-06-22T00:50:12.366" v="84"/>
          <ac:inkMkLst>
            <pc:docMk/>
            <pc:sldMk cId="2821707536" sldId="257"/>
            <ac:inkMk id="85" creationId="{D6EF209D-4676-7584-1582-456B4C610C82}"/>
          </ac:inkMkLst>
        </pc:inkChg>
        <pc:inkChg chg="add del">
          <ac:chgData name="Ariel Cintron-Arias" userId="4f0c7142-fc43-42c8-9fe0-e83c808a4080" providerId="ADAL" clId="{9ECFE1F4-F242-41C4-BBEE-58ED7B822E0D}" dt="2026-06-22T00:50:12.366" v="84"/>
          <ac:inkMkLst>
            <pc:docMk/>
            <pc:sldMk cId="2821707536" sldId="257"/>
            <ac:inkMk id="86" creationId="{0259FF84-EBC7-701E-FF7B-B1E94B376370}"/>
          </ac:inkMkLst>
        </pc:inkChg>
        <pc:inkChg chg="add reco">
          <ac:chgData name="Ariel Cintron-Arias" userId="4f0c7142-fc43-42c8-9fe0-e83c808a4080" providerId="ADAL" clId="{9ECFE1F4-F242-41C4-BBEE-58ED7B822E0D}" dt="2026-06-22T00:50:12.366" v="84"/>
          <ac:inkMkLst>
            <pc:docMk/>
            <pc:sldMk cId="2821707536" sldId="257"/>
            <ac:inkMk id="87" creationId="{C3F3934D-CC51-4793-215E-90609515E6CF}"/>
          </ac:inkMkLst>
        </pc:inkChg>
        <pc:inkChg chg="add">
          <ac:chgData name="Ariel Cintron-Arias" userId="4f0c7142-fc43-42c8-9fe0-e83c808a4080" providerId="ADAL" clId="{9ECFE1F4-F242-41C4-BBEE-58ED7B822E0D}" dt="2026-06-22T00:50:13.384" v="85"/>
          <ac:inkMkLst>
            <pc:docMk/>
            <pc:sldMk cId="2821707536" sldId="257"/>
            <ac:inkMk id="88" creationId="{07795F0F-36C1-43C5-0F26-5931589C90DA}"/>
          </ac:inkMkLst>
        </pc:inkChg>
        <pc:inkChg chg="add del">
          <ac:chgData name="Ariel Cintron-Arias" userId="4f0c7142-fc43-42c8-9fe0-e83c808a4080" providerId="ADAL" clId="{9ECFE1F4-F242-41C4-BBEE-58ED7B822E0D}" dt="2026-06-22T00:50:22.222" v="88"/>
          <ac:inkMkLst>
            <pc:docMk/>
            <pc:sldMk cId="2821707536" sldId="257"/>
            <ac:inkMk id="89" creationId="{4399D04F-EF6E-E9C8-B464-B2C408CBE759}"/>
          </ac:inkMkLst>
        </pc:inkChg>
        <pc:inkChg chg="add del">
          <ac:chgData name="Ariel Cintron-Arias" userId="4f0c7142-fc43-42c8-9fe0-e83c808a4080" providerId="ADAL" clId="{9ECFE1F4-F242-41C4-BBEE-58ED7B822E0D}" dt="2026-06-22T00:50:22.222" v="88"/>
          <ac:inkMkLst>
            <pc:docMk/>
            <pc:sldMk cId="2821707536" sldId="257"/>
            <ac:inkMk id="90" creationId="{AA08AB8D-717E-A982-C4D1-67E3397A06F1}"/>
          </ac:inkMkLst>
        </pc:inkChg>
        <pc:inkChg chg="add reco">
          <ac:chgData name="Ariel Cintron-Arias" userId="4f0c7142-fc43-42c8-9fe0-e83c808a4080" providerId="ADAL" clId="{9ECFE1F4-F242-41C4-BBEE-58ED7B822E0D}" dt="2026-06-22T00:50:22.222" v="88"/>
          <ac:inkMkLst>
            <pc:docMk/>
            <pc:sldMk cId="2821707536" sldId="257"/>
            <ac:inkMk id="91" creationId="{40EE9296-6F89-CBFE-F9BB-3CF41AD46AA2}"/>
          </ac:inkMkLst>
        </pc:inkChg>
        <pc:inkChg chg="add del">
          <ac:chgData name="Ariel Cintron-Arias" userId="4f0c7142-fc43-42c8-9fe0-e83c808a4080" providerId="ADAL" clId="{9ECFE1F4-F242-41C4-BBEE-58ED7B822E0D}" dt="2026-06-22T00:50:24.816" v="91"/>
          <ac:inkMkLst>
            <pc:docMk/>
            <pc:sldMk cId="2821707536" sldId="257"/>
            <ac:inkMk id="92" creationId="{93C8F8A5-2415-3A9C-290B-8E310BF607BE}"/>
          </ac:inkMkLst>
        </pc:inkChg>
        <pc:inkChg chg="add del">
          <ac:chgData name="Ariel Cintron-Arias" userId="4f0c7142-fc43-42c8-9fe0-e83c808a4080" providerId="ADAL" clId="{9ECFE1F4-F242-41C4-BBEE-58ED7B822E0D}" dt="2026-06-22T00:50:24.816" v="91"/>
          <ac:inkMkLst>
            <pc:docMk/>
            <pc:sldMk cId="2821707536" sldId="257"/>
            <ac:inkMk id="93" creationId="{8F5CDA35-1643-FD30-B327-C52AC7B2E4C6}"/>
          </ac:inkMkLst>
        </pc:inkChg>
        <pc:inkChg chg="add reco">
          <ac:chgData name="Ariel Cintron-Arias" userId="4f0c7142-fc43-42c8-9fe0-e83c808a4080" providerId="ADAL" clId="{9ECFE1F4-F242-41C4-BBEE-58ED7B822E0D}" dt="2026-06-22T00:50:24.816" v="91"/>
          <ac:inkMkLst>
            <pc:docMk/>
            <pc:sldMk cId="2821707536" sldId="257"/>
            <ac:inkMk id="94" creationId="{4A5FC56F-83DB-AC03-718E-28FA2DFB1A47}"/>
          </ac:inkMkLst>
        </pc:inkChg>
        <pc:inkChg chg="add">
          <ac:chgData name="Ariel Cintron-Arias" userId="4f0c7142-fc43-42c8-9fe0-e83c808a4080" providerId="ADAL" clId="{9ECFE1F4-F242-41C4-BBEE-58ED7B822E0D}" dt="2026-06-22T00:50:25.316" v="92"/>
          <ac:inkMkLst>
            <pc:docMk/>
            <pc:sldMk cId="2821707536" sldId="257"/>
            <ac:inkMk id="95" creationId="{8DD2DF04-694A-298F-16F8-E267F6A246E3}"/>
          </ac:inkMkLst>
        </pc:inkChg>
        <pc:inkChg chg="add del">
          <ac:chgData name="Ariel Cintron-Arias" userId="4f0c7142-fc43-42c8-9fe0-e83c808a4080" providerId="ADAL" clId="{9ECFE1F4-F242-41C4-BBEE-58ED7B822E0D}" dt="2026-06-22T00:51:57.551" v="95"/>
          <ac:inkMkLst>
            <pc:docMk/>
            <pc:sldMk cId="2821707536" sldId="257"/>
            <ac:inkMk id="96" creationId="{99FAA8A9-2E89-3FD5-3950-5974E9B045A6}"/>
          </ac:inkMkLst>
        </pc:inkChg>
        <pc:inkChg chg="add del">
          <ac:chgData name="Ariel Cintron-Arias" userId="4f0c7142-fc43-42c8-9fe0-e83c808a4080" providerId="ADAL" clId="{9ECFE1F4-F242-41C4-BBEE-58ED7B822E0D}" dt="2026-06-22T00:51:57.551" v="95"/>
          <ac:inkMkLst>
            <pc:docMk/>
            <pc:sldMk cId="2821707536" sldId="257"/>
            <ac:inkMk id="97" creationId="{4EEDDA73-2FDE-2B7D-4B1D-568AB50E7E4D}"/>
          </ac:inkMkLst>
        </pc:inkChg>
        <pc:inkChg chg="add reco">
          <ac:chgData name="Ariel Cintron-Arias" userId="4f0c7142-fc43-42c8-9fe0-e83c808a4080" providerId="ADAL" clId="{9ECFE1F4-F242-41C4-BBEE-58ED7B822E0D}" dt="2026-06-22T00:51:57.551" v="95"/>
          <ac:inkMkLst>
            <pc:docMk/>
            <pc:sldMk cId="2821707536" sldId="257"/>
            <ac:inkMk id="98" creationId="{79D96F9F-A85E-DCCB-43AB-B6504741C035}"/>
          </ac:inkMkLst>
        </pc:inkChg>
        <pc:inkChg chg="add del">
          <ac:chgData name="Ariel Cintron-Arias" userId="4f0c7142-fc43-42c8-9fe0-e83c808a4080" providerId="ADAL" clId="{9ECFE1F4-F242-41C4-BBEE-58ED7B822E0D}" dt="2026-06-22T00:52:00.103" v="97"/>
          <ac:inkMkLst>
            <pc:docMk/>
            <pc:sldMk cId="2821707536" sldId="257"/>
            <ac:inkMk id="99" creationId="{15856BC7-9F6B-3D96-0966-C83D3C41047C}"/>
          </ac:inkMkLst>
        </pc:inkChg>
        <pc:inkChg chg="add reco">
          <ac:chgData name="Ariel Cintron-Arias" userId="4f0c7142-fc43-42c8-9fe0-e83c808a4080" providerId="ADAL" clId="{9ECFE1F4-F242-41C4-BBEE-58ED7B822E0D}" dt="2026-06-22T00:52:00.103" v="97"/>
          <ac:inkMkLst>
            <pc:docMk/>
            <pc:sldMk cId="2821707536" sldId="257"/>
            <ac:inkMk id="100" creationId="{8152F297-C1F2-CAC7-5B8E-2DDBF2890512}"/>
          </ac:inkMkLst>
        </pc:inkChg>
        <pc:inkChg chg="add del">
          <ac:chgData name="Ariel Cintron-Arias" userId="4f0c7142-fc43-42c8-9fe0-e83c808a4080" providerId="ADAL" clId="{9ECFE1F4-F242-41C4-BBEE-58ED7B822E0D}" dt="2026-06-22T00:52:07.303" v="101"/>
          <ac:inkMkLst>
            <pc:docMk/>
            <pc:sldMk cId="2821707536" sldId="257"/>
            <ac:inkMk id="101" creationId="{E20DAE3D-0AF6-9B14-E3EA-F00313BF0EC0}"/>
          </ac:inkMkLst>
        </pc:inkChg>
        <pc:inkChg chg="add del">
          <ac:chgData name="Ariel Cintron-Arias" userId="4f0c7142-fc43-42c8-9fe0-e83c808a4080" providerId="ADAL" clId="{9ECFE1F4-F242-41C4-BBEE-58ED7B822E0D}" dt="2026-06-22T00:52:07.303" v="101"/>
          <ac:inkMkLst>
            <pc:docMk/>
            <pc:sldMk cId="2821707536" sldId="257"/>
            <ac:inkMk id="102" creationId="{00012499-06B3-64B7-526F-6DCE8C4D2AED}"/>
          </ac:inkMkLst>
        </pc:inkChg>
        <pc:inkChg chg="add del">
          <ac:chgData name="Ariel Cintron-Arias" userId="4f0c7142-fc43-42c8-9fe0-e83c808a4080" providerId="ADAL" clId="{9ECFE1F4-F242-41C4-BBEE-58ED7B822E0D}" dt="2026-06-22T00:52:07.303" v="101"/>
          <ac:inkMkLst>
            <pc:docMk/>
            <pc:sldMk cId="2821707536" sldId="257"/>
            <ac:inkMk id="103" creationId="{D2768D59-7207-1A97-FA01-5BB96A5DADBC}"/>
          </ac:inkMkLst>
        </pc:inkChg>
        <pc:inkChg chg="add reco">
          <ac:chgData name="Ariel Cintron-Arias" userId="4f0c7142-fc43-42c8-9fe0-e83c808a4080" providerId="ADAL" clId="{9ECFE1F4-F242-41C4-BBEE-58ED7B822E0D}" dt="2026-06-22T00:52:07.303" v="101"/>
          <ac:inkMkLst>
            <pc:docMk/>
            <pc:sldMk cId="2821707536" sldId="257"/>
            <ac:inkMk id="104" creationId="{9AD74175-1BC2-FE58-6D06-B2AE2AADC25C}"/>
          </ac:inkMkLst>
        </pc:inkChg>
        <pc:inkChg chg="add del">
          <ac:chgData name="Ariel Cintron-Arias" userId="4f0c7142-fc43-42c8-9fe0-e83c808a4080" providerId="ADAL" clId="{9ECFE1F4-F242-41C4-BBEE-58ED7B822E0D}" dt="2026-06-22T00:52:19.570" v="105"/>
          <ac:inkMkLst>
            <pc:docMk/>
            <pc:sldMk cId="2821707536" sldId="257"/>
            <ac:inkMk id="105" creationId="{92FA0D9D-670D-BB37-61FB-CE1A75C8D461}"/>
          </ac:inkMkLst>
        </pc:inkChg>
        <pc:inkChg chg="add del">
          <ac:chgData name="Ariel Cintron-Arias" userId="4f0c7142-fc43-42c8-9fe0-e83c808a4080" providerId="ADAL" clId="{9ECFE1F4-F242-41C4-BBEE-58ED7B822E0D}" dt="2026-06-22T00:52:19.570" v="105"/>
          <ac:inkMkLst>
            <pc:docMk/>
            <pc:sldMk cId="2821707536" sldId="257"/>
            <ac:inkMk id="106" creationId="{A7AD62E3-4A6D-75AF-8D5B-6FB561A962CC}"/>
          </ac:inkMkLst>
        </pc:inkChg>
        <pc:inkChg chg="add del">
          <ac:chgData name="Ariel Cintron-Arias" userId="4f0c7142-fc43-42c8-9fe0-e83c808a4080" providerId="ADAL" clId="{9ECFE1F4-F242-41C4-BBEE-58ED7B822E0D}" dt="2026-06-22T00:52:19.570" v="105"/>
          <ac:inkMkLst>
            <pc:docMk/>
            <pc:sldMk cId="2821707536" sldId="257"/>
            <ac:inkMk id="107" creationId="{2F84CC68-4BCE-7126-8680-343B0615313D}"/>
          </ac:inkMkLst>
        </pc:inkChg>
        <pc:inkChg chg="add reco">
          <ac:chgData name="Ariel Cintron-Arias" userId="4f0c7142-fc43-42c8-9fe0-e83c808a4080" providerId="ADAL" clId="{9ECFE1F4-F242-41C4-BBEE-58ED7B822E0D}" dt="2026-06-22T00:52:19.570" v="105"/>
          <ac:inkMkLst>
            <pc:docMk/>
            <pc:sldMk cId="2821707536" sldId="257"/>
            <ac:inkMk id="108" creationId="{9F94CFC3-1CBD-9BEE-E424-83D072739846}"/>
          </ac:inkMkLst>
        </pc:inkChg>
        <pc:inkChg chg="add del">
          <ac:chgData name="Ariel Cintron-Arias" userId="4f0c7142-fc43-42c8-9fe0-e83c808a4080" providerId="ADAL" clId="{9ECFE1F4-F242-41C4-BBEE-58ED7B822E0D}" dt="2026-06-22T00:52:22.452" v="109"/>
          <ac:inkMkLst>
            <pc:docMk/>
            <pc:sldMk cId="2821707536" sldId="257"/>
            <ac:inkMk id="109" creationId="{D78DBD57-FBEB-AE2B-E769-5CA27F93BEA3}"/>
          </ac:inkMkLst>
        </pc:inkChg>
        <pc:inkChg chg="add del">
          <ac:chgData name="Ariel Cintron-Arias" userId="4f0c7142-fc43-42c8-9fe0-e83c808a4080" providerId="ADAL" clId="{9ECFE1F4-F242-41C4-BBEE-58ED7B822E0D}" dt="2026-06-22T00:52:22.452" v="109"/>
          <ac:inkMkLst>
            <pc:docMk/>
            <pc:sldMk cId="2821707536" sldId="257"/>
            <ac:inkMk id="110" creationId="{996C1C52-C1B6-B267-E267-6233392551DA}"/>
          </ac:inkMkLst>
        </pc:inkChg>
        <pc:inkChg chg="add del">
          <ac:chgData name="Ariel Cintron-Arias" userId="4f0c7142-fc43-42c8-9fe0-e83c808a4080" providerId="ADAL" clId="{9ECFE1F4-F242-41C4-BBEE-58ED7B822E0D}" dt="2026-06-22T00:52:22.452" v="109"/>
          <ac:inkMkLst>
            <pc:docMk/>
            <pc:sldMk cId="2821707536" sldId="257"/>
            <ac:inkMk id="111" creationId="{F467097D-C37C-1882-319F-9D9100F00788}"/>
          </ac:inkMkLst>
        </pc:inkChg>
        <pc:inkChg chg="add reco">
          <ac:chgData name="Ariel Cintron-Arias" userId="4f0c7142-fc43-42c8-9fe0-e83c808a4080" providerId="ADAL" clId="{9ECFE1F4-F242-41C4-BBEE-58ED7B822E0D}" dt="2026-06-22T00:52:22.452" v="109"/>
          <ac:inkMkLst>
            <pc:docMk/>
            <pc:sldMk cId="2821707536" sldId="257"/>
            <ac:inkMk id="112" creationId="{6DA7170E-739E-72FD-1225-E662239F7D54}"/>
          </ac:inkMkLst>
        </pc:inkChg>
        <pc:inkChg chg="add del">
          <ac:chgData name="Ariel Cintron-Arias" userId="4f0c7142-fc43-42c8-9fe0-e83c808a4080" providerId="ADAL" clId="{9ECFE1F4-F242-41C4-BBEE-58ED7B822E0D}" dt="2026-06-22T00:52:24.947" v="113"/>
          <ac:inkMkLst>
            <pc:docMk/>
            <pc:sldMk cId="2821707536" sldId="257"/>
            <ac:inkMk id="113" creationId="{3342643C-5ABC-9C12-060A-4A78C2D818B0}"/>
          </ac:inkMkLst>
        </pc:inkChg>
        <pc:inkChg chg="add del">
          <ac:chgData name="Ariel Cintron-Arias" userId="4f0c7142-fc43-42c8-9fe0-e83c808a4080" providerId="ADAL" clId="{9ECFE1F4-F242-41C4-BBEE-58ED7B822E0D}" dt="2026-06-22T00:52:24.947" v="113"/>
          <ac:inkMkLst>
            <pc:docMk/>
            <pc:sldMk cId="2821707536" sldId="257"/>
            <ac:inkMk id="114" creationId="{18531445-751E-3B9D-1C74-A41AAD241755}"/>
          </ac:inkMkLst>
        </pc:inkChg>
        <pc:inkChg chg="add del">
          <ac:chgData name="Ariel Cintron-Arias" userId="4f0c7142-fc43-42c8-9fe0-e83c808a4080" providerId="ADAL" clId="{9ECFE1F4-F242-41C4-BBEE-58ED7B822E0D}" dt="2026-06-22T00:52:24.947" v="113"/>
          <ac:inkMkLst>
            <pc:docMk/>
            <pc:sldMk cId="2821707536" sldId="257"/>
            <ac:inkMk id="115" creationId="{DAF9BDD0-6C28-64DB-C08B-FF5F439EB5B1}"/>
          </ac:inkMkLst>
        </pc:inkChg>
        <pc:inkChg chg="add reco">
          <ac:chgData name="Ariel Cintron-Arias" userId="4f0c7142-fc43-42c8-9fe0-e83c808a4080" providerId="ADAL" clId="{9ECFE1F4-F242-41C4-BBEE-58ED7B822E0D}" dt="2026-06-22T00:52:24.947" v="113"/>
          <ac:inkMkLst>
            <pc:docMk/>
            <pc:sldMk cId="2821707536" sldId="257"/>
            <ac:inkMk id="116" creationId="{D4450E89-4F53-7AF1-1432-44CE15EDF9C5}"/>
          </ac:inkMkLst>
        </pc:inkChg>
        <pc:inkChg chg="add del">
          <ac:chgData name="Ariel Cintron-Arias" userId="4f0c7142-fc43-42c8-9fe0-e83c808a4080" providerId="ADAL" clId="{9ECFE1F4-F242-41C4-BBEE-58ED7B822E0D}" dt="2026-06-22T00:52:27.621" v="118"/>
          <ac:inkMkLst>
            <pc:docMk/>
            <pc:sldMk cId="2821707536" sldId="257"/>
            <ac:inkMk id="117" creationId="{9F6009BA-ADEB-C8E2-57A7-9AD0C122442F}"/>
          </ac:inkMkLst>
        </pc:inkChg>
        <pc:inkChg chg="add del">
          <ac:chgData name="Ariel Cintron-Arias" userId="4f0c7142-fc43-42c8-9fe0-e83c808a4080" providerId="ADAL" clId="{9ECFE1F4-F242-41C4-BBEE-58ED7B822E0D}" dt="2026-06-22T00:52:27.621" v="118"/>
          <ac:inkMkLst>
            <pc:docMk/>
            <pc:sldMk cId="2821707536" sldId="257"/>
            <ac:inkMk id="118" creationId="{74875269-21D9-4807-8CB4-B4355793199A}"/>
          </ac:inkMkLst>
        </pc:inkChg>
        <pc:inkChg chg="add del">
          <ac:chgData name="Ariel Cintron-Arias" userId="4f0c7142-fc43-42c8-9fe0-e83c808a4080" providerId="ADAL" clId="{9ECFE1F4-F242-41C4-BBEE-58ED7B822E0D}" dt="2026-06-22T00:52:27.621" v="118"/>
          <ac:inkMkLst>
            <pc:docMk/>
            <pc:sldMk cId="2821707536" sldId="257"/>
            <ac:inkMk id="119" creationId="{510B2E1F-F95B-2C76-E4C8-84A6EE1336DB}"/>
          </ac:inkMkLst>
        </pc:inkChg>
        <pc:inkChg chg="add del">
          <ac:chgData name="Ariel Cintron-Arias" userId="4f0c7142-fc43-42c8-9fe0-e83c808a4080" providerId="ADAL" clId="{9ECFE1F4-F242-41C4-BBEE-58ED7B822E0D}" dt="2026-06-22T00:52:27.621" v="118"/>
          <ac:inkMkLst>
            <pc:docMk/>
            <pc:sldMk cId="2821707536" sldId="257"/>
            <ac:inkMk id="120" creationId="{4235E029-6F50-0228-AD79-624939866CE0}"/>
          </ac:inkMkLst>
        </pc:inkChg>
        <pc:inkChg chg="add reco">
          <ac:chgData name="Ariel Cintron-Arias" userId="4f0c7142-fc43-42c8-9fe0-e83c808a4080" providerId="ADAL" clId="{9ECFE1F4-F242-41C4-BBEE-58ED7B822E0D}" dt="2026-06-22T00:52:27.621" v="118"/>
          <ac:inkMkLst>
            <pc:docMk/>
            <pc:sldMk cId="2821707536" sldId="257"/>
            <ac:inkMk id="121" creationId="{E218714A-91CF-F924-DDEE-19334F00AE44}"/>
          </ac:inkMkLst>
        </pc:inkChg>
        <pc:inkChg chg="add del">
          <ac:chgData name="Ariel Cintron-Arias" userId="4f0c7142-fc43-42c8-9fe0-e83c808a4080" providerId="ADAL" clId="{9ECFE1F4-F242-41C4-BBEE-58ED7B822E0D}" dt="2026-06-22T00:52:29.570" v="122"/>
          <ac:inkMkLst>
            <pc:docMk/>
            <pc:sldMk cId="2821707536" sldId="257"/>
            <ac:inkMk id="122" creationId="{8A337AEB-9BDD-9D78-4F9E-D46D14DF5009}"/>
          </ac:inkMkLst>
        </pc:inkChg>
        <pc:inkChg chg="add del">
          <ac:chgData name="Ariel Cintron-Arias" userId="4f0c7142-fc43-42c8-9fe0-e83c808a4080" providerId="ADAL" clId="{9ECFE1F4-F242-41C4-BBEE-58ED7B822E0D}" dt="2026-06-22T00:52:29.570" v="122"/>
          <ac:inkMkLst>
            <pc:docMk/>
            <pc:sldMk cId="2821707536" sldId="257"/>
            <ac:inkMk id="123" creationId="{0E80192A-7D1D-D676-BC75-3625382016FA}"/>
          </ac:inkMkLst>
        </pc:inkChg>
        <pc:inkChg chg="add del">
          <ac:chgData name="Ariel Cintron-Arias" userId="4f0c7142-fc43-42c8-9fe0-e83c808a4080" providerId="ADAL" clId="{9ECFE1F4-F242-41C4-BBEE-58ED7B822E0D}" dt="2026-06-22T00:52:29.570" v="122"/>
          <ac:inkMkLst>
            <pc:docMk/>
            <pc:sldMk cId="2821707536" sldId="257"/>
            <ac:inkMk id="124" creationId="{4AE376A4-5EDD-0B41-E83B-663A2C4C6AB4}"/>
          </ac:inkMkLst>
        </pc:inkChg>
        <pc:inkChg chg="add reco">
          <ac:chgData name="Ariel Cintron-Arias" userId="4f0c7142-fc43-42c8-9fe0-e83c808a4080" providerId="ADAL" clId="{9ECFE1F4-F242-41C4-BBEE-58ED7B822E0D}" dt="2026-06-22T00:52:29.570" v="122"/>
          <ac:inkMkLst>
            <pc:docMk/>
            <pc:sldMk cId="2821707536" sldId="257"/>
            <ac:inkMk id="125" creationId="{33E57BD8-4122-95A1-65E3-28AC17EBFBCC}"/>
          </ac:inkMkLst>
        </pc:inkChg>
        <pc:inkChg chg="add del">
          <ac:chgData name="Ariel Cintron-Arias" userId="4f0c7142-fc43-42c8-9fe0-e83c808a4080" providerId="ADAL" clId="{9ECFE1F4-F242-41C4-BBEE-58ED7B822E0D}" dt="2026-06-22T00:52:46.599" v="126"/>
          <ac:inkMkLst>
            <pc:docMk/>
            <pc:sldMk cId="2821707536" sldId="257"/>
            <ac:inkMk id="126" creationId="{2EFCB76E-56B2-BD3D-2911-825EBC71E62F}"/>
          </ac:inkMkLst>
        </pc:inkChg>
        <pc:inkChg chg="add del">
          <ac:chgData name="Ariel Cintron-Arias" userId="4f0c7142-fc43-42c8-9fe0-e83c808a4080" providerId="ADAL" clId="{9ECFE1F4-F242-41C4-BBEE-58ED7B822E0D}" dt="2026-06-22T00:52:46.599" v="126"/>
          <ac:inkMkLst>
            <pc:docMk/>
            <pc:sldMk cId="2821707536" sldId="257"/>
            <ac:inkMk id="127" creationId="{DF226982-FDB1-82E6-2793-291EB1098961}"/>
          </ac:inkMkLst>
        </pc:inkChg>
        <pc:inkChg chg="add del">
          <ac:chgData name="Ariel Cintron-Arias" userId="4f0c7142-fc43-42c8-9fe0-e83c808a4080" providerId="ADAL" clId="{9ECFE1F4-F242-41C4-BBEE-58ED7B822E0D}" dt="2026-06-22T00:52:46.599" v="126"/>
          <ac:inkMkLst>
            <pc:docMk/>
            <pc:sldMk cId="2821707536" sldId="257"/>
            <ac:inkMk id="128" creationId="{4E6DB1ED-9F4C-3330-937E-985598BE312D}"/>
          </ac:inkMkLst>
        </pc:inkChg>
        <pc:inkChg chg="add reco">
          <ac:chgData name="Ariel Cintron-Arias" userId="4f0c7142-fc43-42c8-9fe0-e83c808a4080" providerId="ADAL" clId="{9ECFE1F4-F242-41C4-BBEE-58ED7B822E0D}" dt="2026-06-22T00:52:46.599" v="126"/>
          <ac:inkMkLst>
            <pc:docMk/>
            <pc:sldMk cId="2821707536" sldId="257"/>
            <ac:inkMk id="129" creationId="{AC379800-5275-084A-4D53-72A75F0AFB89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0" creationId="{1F54FFAE-DF68-DFA7-86AE-7BDA2C2BDC44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1" creationId="{B100A244-3B9F-7F70-C402-F80D55284E09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2" creationId="{197776D2-DB62-B94A-A017-97830F0DF324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3" creationId="{BB091A53-8CFA-B106-90CF-42F2DE3135B3}"/>
          </ac:inkMkLst>
        </pc:inkChg>
        <pc:inkChg chg="add">
          <ac:chgData name="Ariel Cintron-Arias" userId="4f0c7142-fc43-42c8-9fe0-e83c808a4080" providerId="ADAL" clId="{9ECFE1F4-F242-41C4-BBEE-58ED7B822E0D}" dt="2026-06-22T00:53:08.886" v="131"/>
          <ac:inkMkLst>
            <pc:docMk/>
            <pc:sldMk cId="2821707536" sldId="257"/>
            <ac:inkMk id="134" creationId="{6BEE9BC6-56AF-5574-BCD2-ABD52AED6052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5" creationId="{54CB1829-31BE-9824-D159-7E476DCDDE88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6" creationId="{77F084A6-A90D-6F96-CB28-007E892B5744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7" creationId="{BA94DC3C-75D4-C93F-098B-C73FF77300CE}"/>
          </ac:inkMkLst>
        </pc:inkChg>
        <pc:inkChg chg="add">
          <ac:chgData name="Ariel Cintron-Arias" userId="4f0c7142-fc43-42c8-9fe0-e83c808a4080" providerId="ADAL" clId="{9ECFE1F4-F242-41C4-BBEE-58ED7B822E0D}" dt="2026-06-22T00:53:11.086" v="135"/>
          <ac:inkMkLst>
            <pc:docMk/>
            <pc:sldMk cId="2821707536" sldId="257"/>
            <ac:inkMk id="138" creationId="{A03241F7-0AF7-419D-EA3D-E9FE9DD64908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39" creationId="{68A3C71E-9996-0B0E-DC84-3248996093B9}"/>
          </ac:inkMkLst>
        </pc:inkChg>
        <pc:inkChg chg="add del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40" creationId="{1F3D7FF9-AB03-08F4-5CBB-FAEA31A39667}"/>
          </ac:inkMkLst>
        </pc:inkChg>
        <pc:inkChg chg="add reco">
          <ac:chgData name="Ariel Cintron-Arias" userId="4f0c7142-fc43-42c8-9fe0-e83c808a4080" providerId="ADAL" clId="{9ECFE1F4-F242-41C4-BBEE-58ED7B822E0D}" dt="2026-06-22T00:53:12.472" v="138"/>
          <ac:inkMkLst>
            <pc:docMk/>
            <pc:sldMk cId="2821707536" sldId="257"/>
            <ac:inkMk id="141" creationId="{8E7D9F43-F650-8F8C-2114-3575AAE6A922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42" creationId="{FE9615F4-EE02-AF77-DD18-07985BF2412D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43" creationId="{9F719DD9-D362-A4E5-4216-85E1E17699F0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44" creationId="{D0757009-8765-DB88-F4F7-8FC0C1B260DB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45" creationId="{1FE30380-4DEB-2116-23DA-55ABFD1E657F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46" creationId="{2D6D5660-926B-1650-E94A-CC7640AA1A1A}"/>
          </ac:inkMkLst>
        </pc:inkChg>
        <pc:inkChg chg="add">
          <ac:chgData name="Ariel Cintron-Arias" userId="4f0c7142-fc43-42c8-9fe0-e83c808a4080" providerId="ADAL" clId="{9ECFE1F4-F242-41C4-BBEE-58ED7B822E0D}" dt="2026-06-22T00:53:15.453" v="144"/>
          <ac:inkMkLst>
            <pc:docMk/>
            <pc:sldMk cId="2821707536" sldId="257"/>
            <ac:inkMk id="147" creationId="{58BA8C6A-D235-B77F-6589-01F11C931761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48" creationId="{4C5F928D-118B-13DA-51BA-488EC7E53BFC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49" creationId="{08EC1FA9-70EC-3FE5-E704-4DCF9F480470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50" creationId="{CB077C44-DEE8-09BD-8BAD-389C83B9A6BD}"/>
          </ac:inkMkLst>
        </pc:inkChg>
        <pc:inkChg chg="add del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51" creationId="{65281334-9AD4-E5FC-8F28-A9F5329ABFBC}"/>
          </ac:inkMkLst>
        </pc:inkChg>
        <pc:inkChg chg="add">
          <ac:chgData name="Ariel Cintron-Arias" userId="4f0c7142-fc43-42c8-9fe0-e83c808a4080" providerId="ADAL" clId="{9ECFE1F4-F242-41C4-BBEE-58ED7B822E0D}" dt="2026-06-22T00:53:17.736" v="149"/>
          <ac:inkMkLst>
            <pc:docMk/>
            <pc:sldMk cId="2821707536" sldId="257"/>
            <ac:inkMk id="152" creationId="{E736C207-9C8F-95E1-FE15-AFC3020C3C50}"/>
          </ac:inkMkLst>
        </pc:inkChg>
        <pc:inkChg chg="add">
          <ac:chgData name="Ariel Cintron-Arias" userId="4f0c7142-fc43-42c8-9fe0-e83c808a4080" providerId="ADAL" clId="{9ECFE1F4-F242-41C4-BBEE-58ED7B822E0D}" dt="2026-06-22T00:53:18.070" v="150"/>
          <ac:inkMkLst>
            <pc:docMk/>
            <pc:sldMk cId="2821707536" sldId="257"/>
            <ac:inkMk id="153" creationId="{1E659ED7-EE61-0E55-E88F-46465A1CAE8D}"/>
          </ac:inkMkLst>
        </pc:inkChg>
        <pc:inkChg chg="add">
          <ac:chgData name="Ariel Cintron-Arias" userId="4f0c7142-fc43-42c8-9fe0-e83c808a4080" providerId="ADAL" clId="{9ECFE1F4-F242-41C4-BBEE-58ED7B822E0D}" dt="2026-06-22T00:53:18.537" v="151"/>
          <ac:inkMkLst>
            <pc:docMk/>
            <pc:sldMk cId="2821707536" sldId="257"/>
            <ac:inkMk id="154" creationId="{7A8A2708-466E-D34C-24DA-CD3BEDFCF94D}"/>
          </ac:inkMkLst>
        </pc:inkChg>
        <pc:inkChg chg="add reco">
          <ac:chgData name="Ariel Cintron-Arias" userId="4f0c7142-fc43-42c8-9fe0-e83c808a4080" providerId="ADAL" clId="{9ECFE1F4-F242-41C4-BBEE-58ED7B822E0D}" dt="2026-06-22T00:53:19.504" v="152"/>
          <ac:inkMkLst>
            <pc:docMk/>
            <pc:sldMk cId="2821707536" sldId="257"/>
            <ac:inkMk id="155" creationId="{297B1BF5-9867-F823-CB10-646EE59BC3BA}"/>
          </ac:inkMkLst>
        </pc:inkChg>
        <pc:inkChg chg="add del">
          <ac:chgData name="Ariel Cintron-Arias" userId="4f0c7142-fc43-42c8-9fe0-e83c808a4080" providerId="ADAL" clId="{9ECFE1F4-F242-41C4-BBEE-58ED7B822E0D}" dt="2026-06-22T00:53:21.001" v="155"/>
          <ac:inkMkLst>
            <pc:docMk/>
            <pc:sldMk cId="2821707536" sldId="257"/>
            <ac:inkMk id="156" creationId="{0E43E8AE-891C-592A-56D4-4C546F78697A}"/>
          </ac:inkMkLst>
        </pc:inkChg>
        <pc:inkChg chg="add del">
          <ac:chgData name="Ariel Cintron-Arias" userId="4f0c7142-fc43-42c8-9fe0-e83c808a4080" providerId="ADAL" clId="{9ECFE1F4-F242-41C4-BBEE-58ED7B822E0D}" dt="2026-06-22T00:53:21.001" v="155"/>
          <ac:inkMkLst>
            <pc:docMk/>
            <pc:sldMk cId="2821707536" sldId="257"/>
            <ac:inkMk id="157" creationId="{407F5E1E-C9EB-473D-6534-79096054D77C}"/>
          </ac:inkMkLst>
        </pc:inkChg>
        <pc:inkChg chg="add reco">
          <ac:chgData name="Ariel Cintron-Arias" userId="4f0c7142-fc43-42c8-9fe0-e83c808a4080" providerId="ADAL" clId="{9ECFE1F4-F242-41C4-BBEE-58ED7B822E0D}" dt="2026-06-22T00:53:21.001" v="155"/>
          <ac:inkMkLst>
            <pc:docMk/>
            <pc:sldMk cId="2821707536" sldId="257"/>
            <ac:inkMk id="158" creationId="{07E3F638-6F78-9892-2BC6-DF227E76BEB6}"/>
          </ac:inkMkLst>
        </pc:inkChg>
        <pc:inkChg chg="add del">
          <ac:chgData name="Ariel Cintron-Arias" userId="4f0c7142-fc43-42c8-9fe0-e83c808a4080" providerId="ADAL" clId="{9ECFE1F4-F242-41C4-BBEE-58ED7B822E0D}" dt="2026-06-22T00:53:47.686" v="158"/>
          <ac:inkMkLst>
            <pc:docMk/>
            <pc:sldMk cId="2821707536" sldId="257"/>
            <ac:inkMk id="159" creationId="{6DE8A338-242E-873F-A562-8C032E7EF3A0}"/>
          </ac:inkMkLst>
        </pc:inkChg>
        <pc:inkChg chg="add del">
          <ac:chgData name="Ariel Cintron-Arias" userId="4f0c7142-fc43-42c8-9fe0-e83c808a4080" providerId="ADAL" clId="{9ECFE1F4-F242-41C4-BBEE-58ED7B822E0D}" dt="2026-06-22T00:53:47.686" v="158"/>
          <ac:inkMkLst>
            <pc:docMk/>
            <pc:sldMk cId="2821707536" sldId="257"/>
            <ac:inkMk id="160" creationId="{CEEC6808-903E-61EE-D698-AD2E3AB8A44A}"/>
          </ac:inkMkLst>
        </pc:inkChg>
        <pc:inkChg chg="add reco">
          <ac:chgData name="Ariel Cintron-Arias" userId="4f0c7142-fc43-42c8-9fe0-e83c808a4080" providerId="ADAL" clId="{9ECFE1F4-F242-41C4-BBEE-58ED7B822E0D}" dt="2026-06-22T00:53:47.686" v="158"/>
          <ac:inkMkLst>
            <pc:docMk/>
            <pc:sldMk cId="2821707536" sldId="257"/>
            <ac:inkMk id="161" creationId="{A71CB45E-3D2F-A551-11F7-3655B0865CCC}"/>
          </ac:inkMkLst>
        </pc:inkChg>
        <pc:inkChg chg="add">
          <ac:chgData name="Ariel Cintron-Arias" userId="4f0c7142-fc43-42c8-9fe0-e83c808a4080" providerId="ADAL" clId="{9ECFE1F4-F242-41C4-BBEE-58ED7B822E0D}" dt="2026-06-22T00:53:55.054" v="159"/>
          <ac:inkMkLst>
            <pc:docMk/>
            <pc:sldMk cId="2821707536" sldId="257"/>
            <ac:inkMk id="162" creationId="{2F4F3D4F-7720-A815-1839-D0CABB68A99A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63" creationId="{F143AF5C-4C6A-5421-FD17-9C8B2E808213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64" creationId="{C9635EC0-ED2B-6319-F898-99805A500A85}"/>
          </ac:inkMkLst>
        </pc:inkChg>
        <pc:inkChg chg="add">
          <ac:chgData name="Ariel Cintron-Arias" userId="4f0c7142-fc43-42c8-9fe0-e83c808a4080" providerId="ADAL" clId="{9ECFE1F4-F242-41C4-BBEE-58ED7B822E0D}" dt="2026-06-22T00:53:57.270" v="162"/>
          <ac:inkMkLst>
            <pc:docMk/>
            <pc:sldMk cId="2821707536" sldId="257"/>
            <ac:inkMk id="165" creationId="{97377239-7E3A-101A-EA7C-B913D9D97F71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66" creationId="{E52790C3-EFBB-4CD1-3DDC-9BDB7260F040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67" creationId="{9521FA77-70AE-5021-1C9F-9BA5BE09E40B}"/>
          </ac:inkMkLst>
        </pc:inkChg>
        <pc:inkChg chg="add">
          <ac:chgData name="Ariel Cintron-Arias" userId="4f0c7142-fc43-42c8-9fe0-e83c808a4080" providerId="ADAL" clId="{9ECFE1F4-F242-41C4-BBEE-58ED7B822E0D}" dt="2026-06-22T00:53:58.554" v="165"/>
          <ac:inkMkLst>
            <pc:docMk/>
            <pc:sldMk cId="2821707536" sldId="257"/>
            <ac:inkMk id="168" creationId="{E6416AFA-AD54-3DB7-6B82-ADBD48372B11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69" creationId="{BD5BDCE9-DE96-31AC-98D8-F390F418293B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70" creationId="{958863DA-24DD-BBF7-222F-D732294DA5A5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71" creationId="{302C83C4-6BFF-9818-C14D-1DE90B7540B0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72" creationId="{6B08196E-7368-8042-995E-3D77404D9D68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73" creationId="{BDEE3473-683C-AD01-8E50-17A32F10EC89}"/>
          </ac:inkMkLst>
        </pc:inkChg>
        <pc:inkChg chg="add del">
          <ac:chgData name="Ariel Cintron-Arias" userId="4f0c7142-fc43-42c8-9fe0-e83c808a4080" providerId="ADAL" clId="{9ECFE1F4-F242-41C4-BBEE-58ED7B822E0D}" dt="2026-06-22T00:54:02.909" v="172"/>
          <ac:inkMkLst>
            <pc:docMk/>
            <pc:sldMk cId="2821707536" sldId="257"/>
            <ac:inkMk id="174" creationId="{EDDE7F65-DABD-C326-B4ED-189C2B4B756C}"/>
          </ac:inkMkLst>
        </pc:inkChg>
        <pc:inkChg chg="add">
          <ac:chgData name="Ariel Cintron-Arias" userId="4f0c7142-fc43-42c8-9fe0-e83c808a4080" providerId="ADAL" clId="{9ECFE1F4-F242-41C4-BBEE-58ED7B822E0D}" dt="2026-06-22T00:54:05.721" v="173"/>
          <ac:inkMkLst>
            <pc:docMk/>
            <pc:sldMk cId="2821707536" sldId="257"/>
            <ac:inkMk id="176" creationId="{B5096F4F-EBA0-DB9C-D470-B8568ABC009E}"/>
          </ac:inkMkLst>
        </pc:inkChg>
        <pc:inkChg chg="add">
          <ac:chgData name="Ariel Cintron-Arias" userId="4f0c7142-fc43-42c8-9fe0-e83c808a4080" providerId="ADAL" clId="{9ECFE1F4-F242-41C4-BBEE-58ED7B822E0D}" dt="2026-06-22T00:54:06.054" v="174"/>
          <ac:inkMkLst>
            <pc:docMk/>
            <pc:sldMk cId="2821707536" sldId="257"/>
            <ac:inkMk id="177" creationId="{0BC3D243-DD2B-EE98-4660-08AF3D98424F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78" creationId="{1E592711-1C12-ECE0-A665-F9214CED55DB}"/>
          </ac:inkMkLst>
        </pc:inkChg>
        <pc:inkChg chg="add">
          <ac:chgData name="Ariel Cintron-Arias" userId="4f0c7142-fc43-42c8-9fe0-e83c808a4080" providerId="ADAL" clId="{9ECFE1F4-F242-41C4-BBEE-58ED7B822E0D}" dt="2026-06-22T00:54:06.770" v="176"/>
          <ac:inkMkLst>
            <pc:docMk/>
            <pc:sldMk cId="2821707536" sldId="257"/>
            <ac:inkMk id="179" creationId="{F79BA2FD-26AF-334E-F232-09E1B1AA64E9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80" creationId="{F7427AE6-7D03-4A80-8074-85EBC08B8F1E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81" creationId="{247546B3-2B41-9EF9-E734-26E31AEB5A16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82" creationId="{877C6EC9-FEC8-890D-009D-76B0F279BB5D}"/>
          </ac:inkMkLst>
        </pc:inkChg>
        <pc:inkChg chg="add">
          <ac:chgData name="Ariel Cintron-Arias" userId="4f0c7142-fc43-42c8-9fe0-e83c808a4080" providerId="ADAL" clId="{9ECFE1F4-F242-41C4-BBEE-58ED7B822E0D}" dt="2026-06-22T00:54:08.254" v="180"/>
          <ac:inkMkLst>
            <pc:docMk/>
            <pc:sldMk cId="2821707536" sldId="257"/>
            <ac:inkMk id="183" creationId="{2231B42F-1527-1839-D5E7-0BFD2EB80321}"/>
          </ac:inkMkLst>
        </pc:inkChg>
        <pc:inkChg chg="add">
          <ac:chgData name="Ariel Cintron-Arias" userId="4f0c7142-fc43-42c8-9fe0-e83c808a4080" providerId="ADAL" clId="{9ECFE1F4-F242-41C4-BBEE-58ED7B822E0D}" dt="2026-06-22T00:54:08.554" v="181"/>
          <ac:inkMkLst>
            <pc:docMk/>
            <pc:sldMk cId="2821707536" sldId="257"/>
            <ac:inkMk id="184" creationId="{9B074AD4-3819-4D4A-7A56-A0E44E049136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85" creationId="{425FDD78-C48E-9AD8-76F3-454481284C22}"/>
          </ac:inkMkLst>
        </pc:inkChg>
        <pc:inkChg chg="add">
          <ac:chgData name="Ariel Cintron-Arias" userId="4f0c7142-fc43-42c8-9fe0-e83c808a4080" providerId="ADAL" clId="{9ECFE1F4-F242-41C4-BBEE-58ED7B822E0D}" dt="2026-06-22T00:54:09.737" v="183"/>
          <ac:inkMkLst>
            <pc:docMk/>
            <pc:sldMk cId="2821707536" sldId="257"/>
            <ac:inkMk id="186" creationId="{490CECE4-F2F3-7A76-943D-2BD6C13FEF03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87" creationId="{272BED49-B709-32E2-AB45-313C292B27B0}"/>
          </ac:inkMkLst>
        </pc:inkChg>
        <pc:inkChg chg="add">
          <ac:chgData name="Ariel Cintron-Arias" userId="4f0c7142-fc43-42c8-9fe0-e83c808a4080" providerId="ADAL" clId="{9ECFE1F4-F242-41C4-BBEE-58ED7B822E0D}" dt="2026-06-22T00:54:11.087" v="185"/>
          <ac:inkMkLst>
            <pc:docMk/>
            <pc:sldMk cId="2821707536" sldId="257"/>
            <ac:inkMk id="188" creationId="{501B126C-E617-C811-4AF2-5DF4F48C3439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89" creationId="{F3F05B63-1C3D-C5CC-F255-086C4FAA5A13}"/>
          </ac:inkMkLst>
        </pc:inkChg>
        <pc:inkChg chg="add del">
          <ac:chgData name="Ariel Cintron-Arias" userId="4f0c7142-fc43-42c8-9fe0-e83c808a4080" providerId="ADAL" clId="{9ECFE1F4-F242-41C4-BBEE-58ED7B822E0D}" dt="2026-06-22T00:54:13.103" v="188"/>
          <ac:inkMkLst>
            <pc:docMk/>
            <pc:sldMk cId="2821707536" sldId="257"/>
            <ac:inkMk id="190" creationId="{4F93DC70-FA6A-937C-06AE-0AF48E018518}"/>
          </ac:inkMkLst>
        </pc:inkChg>
        <pc:inkChg chg="add mod reco modStrokes">
          <ac:chgData name="Ariel Cintron-Arias" userId="4f0c7142-fc43-42c8-9fe0-e83c808a4080" providerId="ADAL" clId="{9ECFE1F4-F242-41C4-BBEE-58ED7B822E0D}" dt="2026-06-22T00:54:26.572" v="193"/>
          <ac:inkMkLst>
            <pc:docMk/>
            <pc:sldMk cId="2821707536" sldId="257"/>
            <ac:inkMk id="191" creationId="{C735A8A5-802C-0F44-3254-42A357CAF9C0}"/>
          </ac:inkMkLst>
        </pc:inkChg>
        <pc:inkChg chg="add mod reco modStrokes">
          <ac:chgData name="Ariel Cintron-Arias" userId="4f0c7142-fc43-42c8-9fe0-e83c808a4080" providerId="ADAL" clId="{9ECFE1F4-F242-41C4-BBEE-58ED7B822E0D}" dt="2026-06-22T00:54:15.372" v="189"/>
          <ac:inkMkLst>
            <pc:docMk/>
            <pc:sldMk cId="2821707536" sldId="257"/>
            <ac:inkMk id="192" creationId="{8CDF624C-9833-EC06-B00B-853F527FAC13}"/>
          </ac:inkMkLst>
        </pc:inkChg>
        <pc:inkChg chg="add del">
          <ac:chgData name="Ariel Cintron-Arias" userId="4f0c7142-fc43-42c8-9fe0-e83c808a4080" providerId="ADAL" clId="{9ECFE1F4-F242-41C4-BBEE-58ED7B822E0D}" dt="2026-06-22T00:54:19.754" v="192"/>
          <ac:inkMkLst>
            <pc:docMk/>
            <pc:sldMk cId="2821707536" sldId="257"/>
            <ac:inkMk id="193" creationId="{5BB58164-52C7-EF5B-177A-D8D1275A5807}"/>
          </ac:inkMkLst>
        </pc:inkChg>
        <pc:inkChg chg="add del">
          <ac:chgData name="Ariel Cintron-Arias" userId="4f0c7142-fc43-42c8-9fe0-e83c808a4080" providerId="ADAL" clId="{9ECFE1F4-F242-41C4-BBEE-58ED7B822E0D}" dt="2026-06-22T00:54:19.754" v="192"/>
          <ac:inkMkLst>
            <pc:docMk/>
            <pc:sldMk cId="2821707536" sldId="257"/>
            <ac:inkMk id="194" creationId="{241EC1F0-A0BF-48DE-89AB-CC14218FA4D0}"/>
          </ac:inkMkLst>
        </pc:inkChg>
        <pc:inkChg chg="add reco">
          <ac:chgData name="Ariel Cintron-Arias" userId="4f0c7142-fc43-42c8-9fe0-e83c808a4080" providerId="ADAL" clId="{9ECFE1F4-F242-41C4-BBEE-58ED7B822E0D}" dt="2026-06-22T00:54:19.754" v="192"/>
          <ac:inkMkLst>
            <pc:docMk/>
            <pc:sldMk cId="2821707536" sldId="257"/>
            <ac:inkMk id="195" creationId="{6D3BA0AC-4836-7CDB-ED41-1B7F8802AAE6}"/>
          </ac:inkMkLst>
        </pc:inkChg>
        <pc:inkChg chg="add del">
          <ac:chgData name="Ariel Cintron-Arias" userId="4f0c7142-fc43-42c8-9fe0-e83c808a4080" providerId="ADAL" clId="{9ECFE1F4-F242-41C4-BBEE-58ED7B822E0D}" dt="2026-06-22T00:54:30.314" v="196"/>
          <ac:inkMkLst>
            <pc:docMk/>
            <pc:sldMk cId="2821707536" sldId="257"/>
            <ac:inkMk id="196" creationId="{DD35CBC6-E4D8-20B4-0CCF-0B475F67934B}"/>
          </ac:inkMkLst>
        </pc:inkChg>
        <pc:inkChg chg="add del">
          <ac:chgData name="Ariel Cintron-Arias" userId="4f0c7142-fc43-42c8-9fe0-e83c808a4080" providerId="ADAL" clId="{9ECFE1F4-F242-41C4-BBEE-58ED7B822E0D}" dt="2026-06-22T00:54:30.314" v="196"/>
          <ac:inkMkLst>
            <pc:docMk/>
            <pc:sldMk cId="2821707536" sldId="257"/>
            <ac:inkMk id="197" creationId="{044E9E00-D62D-E946-86D0-D041C380E732}"/>
          </ac:inkMkLst>
        </pc:inkChg>
        <pc:inkChg chg="add reco">
          <ac:chgData name="Ariel Cintron-Arias" userId="4f0c7142-fc43-42c8-9fe0-e83c808a4080" providerId="ADAL" clId="{9ECFE1F4-F242-41C4-BBEE-58ED7B822E0D}" dt="2026-06-22T00:54:30.314" v="196"/>
          <ac:inkMkLst>
            <pc:docMk/>
            <pc:sldMk cId="2821707536" sldId="257"/>
            <ac:inkMk id="198" creationId="{94BF5680-73F2-11A6-1DF5-F6226694C37D}"/>
          </ac:inkMkLst>
        </pc:inkChg>
      </pc:sldChg>
      <pc:sldChg chg="addSp delSp mod">
        <pc:chgData name="Ariel Cintron-Arias" userId="4f0c7142-fc43-42c8-9fe0-e83c808a4080" providerId="ADAL" clId="{9ECFE1F4-F242-41C4-BBEE-58ED7B822E0D}" dt="2026-06-22T00:59:13.045" v="312"/>
        <pc:sldMkLst>
          <pc:docMk/>
          <pc:sldMk cId="1215222735" sldId="258"/>
        </pc:sldMkLst>
        <pc:inkChg chg="add del">
          <ac:chgData name="Ariel Cintron-Arias" userId="4f0c7142-fc43-42c8-9fe0-e83c808a4080" providerId="ADAL" clId="{9ECFE1F4-F242-41C4-BBEE-58ED7B822E0D}" dt="2026-06-22T00:55:45.172" v="199"/>
          <ac:inkMkLst>
            <pc:docMk/>
            <pc:sldMk cId="1215222735" sldId="258"/>
            <ac:inkMk id="3" creationId="{C70CB44D-1D39-3B22-5394-55086408471F}"/>
          </ac:inkMkLst>
        </pc:inkChg>
        <pc:inkChg chg="add del">
          <ac:chgData name="Ariel Cintron-Arias" userId="4f0c7142-fc43-42c8-9fe0-e83c808a4080" providerId="ADAL" clId="{9ECFE1F4-F242-41C4-BBEE-58ED7B822E0D}" dt="2026-06-22T00:55:45.172" v="199"/>
          <ac:inkMkLst>
            <pc:docMk/>
            <pc:sldMk cId="1215222735" sldId="258"/>
            <ac:inkMk id="4" creationId="{BF8853CB-2F15-99FA-85A3-181DC8F056A8}"/>
          </ac:inkMkLst>
        </pc:inkChg>
        <pc:inkChg chg="add reco">
          <ac:chgData name="Ariel Cintron-Arias" userId="4f0c7142-fc43-42c8-9fe0-e83c808a4080" providerId="ADAL" clId="{9ECFE1F4-F242-41C4-BBEE-58ED7B822E0D}" dt="2026-06-22T00:55:45.172" v="199"/>
          <ac:inkMkLst>
            <pc:docMk/>
            <pc:sldMk cId="1215222735" sldId="258"/>
            <ac:inkMk id="5" creationId="{5A9CB738-9B05-5D00-807A-36FAD18CA55D}"/>
          </ac:inkMkLst>
        </pc:inkChg>
        <pc:inkChg chg="add del">
          <ac:chgData name="Ariel Cintron-Arias" userId="4f0c7142-fc43-42c8-9fe0-e83c808a4080" providerId="ADAL" clId="{9ECFE1F4-F242-41C4-BBEE-58ED7B822E0D}" dt="2026-06-22T00:55:48.674" v="202"/>
          <ac:inkMkLst>
            <pc:docMk/>
            <pc:sldMk cId="1215222735" sldId="258"/>
            <ac:inkMk id="6" creationId="{9E178ECA-471C-6B05-6204-11C634BA7B88}"/>
          </ac:inkMkLst>
        </pc:inkChg>
        <pc:inkChg chg="add del">
          <ac:chgData name="Ariel Cintron-Arias" userId="4f0c7142-fc43-42c8-9fe0-e83c808a4080" providerId="ADAL" clId="{9ECFE1F4-F242-41C4-BBEE-58ED7B822E0D}" dt="2026-06-22T00:55:48.674" v="202"/>
          <ac:inkMkLst>
            <pc:docMk/>
            <pc:sldMk cId="1215222735" sldId="258"/>
            <ac:inkMk id="7" creationId="{4C1F26F1-A87E-5CD5-3E2E-CBA7871921F0}"/>
          </ac:inkMkLst>
        </pc:inkChg>
        <pc:inkChg chg="add reco">
          <ac:chgData name="Ariel Cintron-Arias" userId="4f0c7142-fc43-42c8-9fe0-e83c808a4080" providerId="ADAL" clId="{9ECFE1F4-F242-41C4-BBEE-58ED7B822E0D}" dt="2026-06-22T00:55:48.674" v="202"/>
          <ac:inkMkLst>
            <pc:docMk/>
            <pc:sldMk cId="1215222735" sldId="258"/>
            <ac:inkMk id="8" creationId="{7149F665-EB1D-4AE8-8DDB-DC1C822D3C97}"/>
          </ac:inkMkLst>
        </pc:inkChg>
        <pc:inkChg chg="add del">
          <ac:chgData name="Ariel Cintron-Arias" userId="4f0c7142-fc43-42c8-9fe0-e83c808a4080" providerId="ADAL" clId="{9ECFE1F4-F242-41C4-BBEE-58ED7B822E0D}" dt="2026-06-22T00:55:50.656" v="205"/>
          <ac:inkMkLst>
            <pc:docMk/>
            <pc:sldMk cId="1215222735" sldId="258"/>
            <ac:inkMk id="9" creationId="{2B3AF127-4162-BF59-A68E-09E7BDF825CF}"/>
          </ac:inkMkLst>
        </pc:inkChg>
        <pc:inkChg chg="add del">
          <ac:chgData name="Ariel Cintron-Arias" userId="4f0c7142-fc43-42c8-9fe0-e83c808a4080" providerId="ADAL" clId="{9ECFE1F4-F242-41C4-BBEE-58ED7B822E0D}" dt="2026-06-22T00:55:50.656" v="205"/>
          <ac:inkMkLst>
            <pc:docMk/>
            <pc:sldMk cId="1215222735" sldId="258"/>
            <ac:inkMk id="10" creationId="{8CB4C16C-6B54-2BCC-7293-36E5C627947A}"/>
          </ac:inkMkLst>
        </pc:inkChg>
        <pc:inkChg chg="add reco">
          <ac:chgData name="Ariel Cintron-Arias" userId="4f0c7142-fc43-42c8-9fe0-e83c808a4080" providerId="ADAL" clId="{9ECFE1F4-F242-41C4-BBEE-58ED7B822E0D}" dt="2026-06-22T00:55:50.656" v="205"/>
          <ac:inkMkLst>
            <pc:docMk/>
            <pc:sldMk cId="1215222735" sldId="258"/>
            <ac:inkMk id="11" creationId="{8568F1A5-FDA3-8705-7BF3-5B1693F5C0ED}"/>
          </ac:inkMkLst>
        </pc:inkChg>
        <pc:inkChg chg="add del">
          <ac:chgData name="Ariel Cintron-Arias" userId="4f0c7142-fc43-42c8-9fe0-e83c808a4080" providerId="ADAL" clId="{9ECFE1F4-F242-41C4-BBEE-58ED7B822E0D}" dt="2026-06-22T00:55:55.304" v="210"/>
          <ac:inkMkLst>
            <pc:docMk/>
            <pc:sldMk cId="1215222735" sldId="258"/>
            <ac:inkMk id="12" creationId="{BC298E49-4DAE-EDE8-82B0-17FCEAEEE4FF}"/>
          </ac:inkMkLst>
        </pc:inkChg>
        <pc:inkChg chg="add del">
          <ac:chgData name="Ariel Cintron-Arias" userId="4f0c7142-fc43-42c8-9fe0-e83c808a4080" providerId="ADAL" clId="{9ECFE1F4-F242-41C4-BBEE-58ED7B822E0D}" dt="2026-06-22T00:55:55.304" v="210"/>
          <ac:inkMkLst>
            <pc:docMk/>
            <pc:sldMk cId="1215222735" sldId="258"/>
            <ac:inkMk id="13" creationId="{517C29F8-AEC1-F384-3DC8-5F2C9E05093B}"/>
          </ac:inkMkLst>
        </pc:inkChg>
        <pc:inkChg chg="add del">
          <ac:chgData name="Ariel Cintron-Arias" userId="4f0c7142-fc43-42c8-9fe0-e83c808a4080" providerId="ADAL" clId="{9ECFE1F4-F242-41C4-BBEE-58ED7B822E0D}" dt="2026-06-22T00:55:55.304" v="210"/>
          <ac:inkMkLst>
            <pc:docMk/>
            <pc:sldMk cId="1215222735" sldId="258"/>
            <ac:inkMk id="14" creationId="{2CD43D9A-1264-0967-277E-EDA36A130B6B}"/>
          </ac:inkMkLst>
        </pc:inkChg>
        <pc:inkChg chg="add del">
          <ac:chgData name="Ariel Cintron-Arias" userId="4f0c7142-fc43-42c8-9fe0-e83c808a4080" providerId="ADAL" clId="{9ECFE1F4-F242-41C4-BBEE-58ED7B822E0D}" dt="2026-06-22T00:55:55.304" v="210"/>
          <ac:inkMkLst>
            <pc:docMk/>
            <pc:sldMk cId="1215222735" sldId="258"/>
            <ac:inkMk id="15" creationId="{6F019B62-F9E5-AC93-C2ED-A2190ECE75D4}"/>
          </ac:inkMkLst>
        </pc:inkChg>
        <pc:inkChg chg="add reco">
          <ac:chgData name="Ariel Cintron-Arias" userId="4f0c7142-fc43-42c8-9fe0-e83c808a4080" providerId="ADAL" clId="{9ECFE1F4-F242-41C4-BBEE-58ED7B822E0D}" dt="2026-06-22T00:55:55.304" v="210"/>
          <ac:inkMkLst>
            <pc:docMk/>
            <pc:sldMk cId="1215222735" sldId="258"/>
            <ac:inkMk id="16" creationId="{E91F166D-4E74-3D88-5726-98E8D5920E9F}"/>
          </ac:inkMkLst>
        </pc:inkChg>
        <pc:inkChg chg="add reco">
          <ac:chgData name="Ariel Cintron-Arias" userId="4f0c7142-fc43-42c8-9fe0-e83c808a4080" providerId="ADAL" clId="{9ECFE1F4-F242-41C4-BBEE-58ED7B822E0D}" dt="2026-06-22T00:55:55.304" v="210"/>
          <ac:inkMkLst>
            <pc:docMk/>
            <pc:sldMk cId="1215222735" sldId="258"/>
            <ac:inkMk id="17" creationId="{C93937D3-8C06-09BD-DF4E-8BAC316EE75D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18" creationId="{1E482343-56D1-D89B-0EDE-B1691D8C5CD2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19" creationId="{8E39A181-72CD-4690-78D3-23608F3A2E50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20" creationId="{60194B1E-D58F-2964-CF1C-B8933AB7FD7C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21" creationId="{27A33962-B263-128A-36AE-48991AE454D9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22" creationId="{0C0EBAAF-74FF-2CAD-3468-D0383CF87558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23" creationId="{96B2DE7B-83A6-A9F6-858F-F211D29C626C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24" creationId="{9A393F29-4D93-D52C-15A2-95322DF87CB5}"/>
          </ac:inkMkLst>
        </pc:inkChg>
        <pc:inkChg chg="add del">
          <ac:chgData name="Ariel Cintron-Arias" userId="4f0c7142-fc43-42c8-9fe0-e83c808a4080" providerId="ADAL" clId="{9ECFE1F4-F242-41C4-BBEE-58ED7B822E0D}" dt="2026-06-22T00:56:01.205" v="219"/>
          <ac:inkMkLst>
            <pc:docMk/>
            <pc:sldMk cId="1215222735" sldId="258"/>
            <ac:inkMk id="25" creationId="{F068A7C8-32C9-734D-B32A-5090E246E83E}"/>
          </ac:inkMkLst>
        </pc:inkChg>
        <pc:inkChg chg="add del reco">
          <ac:chgData name="Ariel Cintron-Arias" userId="4f0c7142-fc43-42c8-9fe0-e83c808a4080" providerId="ADAL" clId="{9ECFE1F4-F242-41C4-BBEE-58ED7B822E0D}" dt="2026-06-22T00:56:06.158" v="220"/>
          <ac:inkMkLst>
            <pc:docMk/>
            <pc:sldMk cId="1215222735" sldId="258"/>
            <ac:inkMk id="26" creationId="{27D20F3C-9AE1-0D8A-DED2-15A29CBEDD0F}"/>
          </ac:inkMkLst>
        </pc:inkChg>
        <pc:inkChg chg="add">
          <ac:chgData name="Ariel Cintron-Arias" userId="4f0c7142-fc43-42c8-9fe0-e83c808a4080" providerId="ADAL" clId="{9ECFE1F4-F242-41C4-BBEE-58ED7B822E0D}" dt="2026-06-22T00:56:10.840" v="221"/>
          <ac:inkMkLst>
            <pc:docMk/>
            <pc:sldMk cId="1215222735" sldId="258"/>
            <ac:inkMk id="27" creationId="{31EB9C57-0A5F-A442-FB69-90BA9FF12DDA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28" creationId="{737B5201-362C-7FCF-C58B-98278BA33D83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29" creationId="{DFF6E49F-F244-F24F-9131-64E3AB8FB744}"/>
          </ac:inkMkLst>
        </pc:inkChg>
        <pc:inkChg chg="add">
          <ac:chgData name="Ariel Cintron-Arias" userId="4f0c7142-fc43-42c8-9fe0-e83c808a4080" providerId="ADAL" clId="{9ECFE1F4-F242-41C4-BBEE-58ED7B822E0D}" dt="2026-06-22T00:56:12.023" v="224"/>
          <ac:inkMkLst>
            <pc:docMk/>
            <pc:sldMk cId="1215222735" sldId="258"/>
            <ac:inkMk id="30" creationId="{E6EACD6A-84A2-DD92-D640-E0503748DD06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31" creationId="{6E5EF46E-57E3-6274-B241-CA25B5DD86EA}"/>
          </ac:inkMkLst>
        </pc:inkChg>
        <pc:inkChg chg="add">
          <ac:chgData name="Ariel Cintron-Arias" userId="4f0c7142-fc43-42c8-9fe0-e83c808a4080" providerId="ADAL" clId="{9ECFE1F4-F242-41C4-BBEE-58ED7B822E0D}" dt="2026-06-22T00:56:12.973" v="226"/>
          <ac:inkMkLst>
            <pc:docMk/>
            <pc:sldMk cId="1215222735" sldId="258"/>
            <ac:inkMk id="32" creationId="{9CE9BAB5-C6D1-471B-1CF8-7ED3DB223CB2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33" creationId="{C11922CC-D880-77F6-0EF8-84D6E0E836D9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34" creationId="{26AEDDCF-8587-28FB-B6D1-E504783832F1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35" creationId="{73CBA7EE-4F69-72A3-0475-7D5091D95922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36" creationId="{6A1FDA19-C945-1194-C9FF-B707122EB4E1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37" creationId="{6D24AAEB-D11F-C691-096E-EC6355A5357D}"/>
          </ac:inkMkLst>
        </pc:inkChg>
        <pc:inkChg chg="add del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38" creationId="{88414379-8F04-5BDD-5CBA-4C93A43F3EBF}"/>
          </ac:inkMkLst>
        </pc:inkChg>
        <pc:inkChg chg="add">
          <ac:chgData name="Ariel Cintron-Arias" userId="4f0c7142-fc43-42c8-9fe0-e83c808a4080" providerId="ADAL" clId="{9ECFE1F4-F242-41C4-BBEE-58ED7B822E0D}" dt="2026-06-22T00:56:20.057" v="233"/>
          <ac:inkMkLst>
            <pc:docMk/>
            <pc:sldMk cId="1215222735" sldId="258"/>
            <ac:inkMk id="39" creationId="{23C30654-B16C-285F-7DEA-FD4283780FB2}"/>
          </ac:inkMkLst>
        </pc:inkChg>
        <pc:inkChg chg="add reco">
          <ac:chgData name="Ariel Cintron-Arias" userId="4f0c7142-fc43-42c8-9fe0-e83c808a4080" providerId="ADAL" clId="{9ECFE1F4-F242-41C4-BBEE-58ED7B822E0D}" dt="2026-06-22T00:56:20.808" v="234"/>
          <ac:inkMkLst>
            <pc:docMk/>
            <pc:sldMk cId="1215222735" sldId="258"/>
            <ac:inkMk id="40" creationId="{A9E5A5B4-2678-9E35-612D-4E8511738F4D}"/>
          </ac:inkMkLst>
        </pc:inkChg>
        <pc:inkChg chg="add del">
          <ac:chgData name="Ariel Cintron-Arias" userId="4f0c7142-fc43-42c8-9fe0-e83c808a4080" providerId="ADAL" clId="{9ECFE1F4-F242-41C4-BBEE-58ED7B822E0D}" dt="2026-06-22T00:56:40.476" v="241"/>
          <ac:inkMkLst>
            <pc:docMk/>
            <pc:sldMk cId="1215222735" sldId="258"/>
            <ac:inkMk id="41" creationId="{4E4EE408-3507-B675-6334-9E2C40ADD6CD}"/>
          </ac:inkMkLst>
        </pc:inkChg>
        <pc:inkChg chg="add del">
          <ac:chgData name="Ariel Cintron-Arias" userId="4f0c7142-fc43-42c8-9fe0-e83c808a4080" providerId="ADAL" clId="{9ECFE1F4-F242-41C4-BBEE-58ED7B822E0D}" dt="2026-06-22T00:56:40.476" v="241"/>
          <ac:inkMkLst>
            <pc:docMk/>
            <pc:sldMk cId="1215222735" sldId="258"/>
            <ac:inkMk id="42" creationId="{2A8A664D-6364-161A-1B93-47F2442D650A}"/>
          </ac:inkMkLst>
        </pc:inkChg>
        <pc:inkChg chg="add del">
          <ac:chgData name="Ariel Cintron-Arias" userId="4f0c7142-fc43-42c8-9fe0-e83c808a4080" providerId="ADAL" clId="{9ECFE1F4-F242-41C4-BBEE-58ED7B822E0D}" dt="2026-06-22T00:56:40.476" v="241"/>
          <ac:inkMkLst>
            <pc:docMk/>
            <pc:sldMk cId="1215222735" sldId="258"/>
            <ac:inkMk id="43" creationId="{55FB1B36-84A5-BE15-A3FF-2B376B1D6468}"/>
          </ac:inkMkLst>
        </pc:inkChg>
        <pc:inkChg chg="add del">
          <ac:chgData name="Ariel Cintron-Arias" userId="4f0c7142-fc43-42c8-9fe0-e83c808a4080" providerId="ADAL" clId="{9ECFE1F4-F242-41C4-BBEE-58ED7B822E0D}" dt="2026-06-22T00:56:40.476" v="241"/>
          <ac:inkMkLst>
            <pc:docMk/>
            <pc:sldMk cId="1215222735" sldId="258"/>
            <ac:inkMk id="44" creationId="{2FD7E54E-7BF3-F22C-6CC1-DD1937FD65BD}"/>
          </ac:inkMkLst>
        </pc:inkChg>
        <pc:inkChg chg="add del">
          <ac:chgData name="Ariel Cintron-Arias" userId="4f0c7142-fc43-42c8-9fe0-e83c808a4080" providerId="ADAL" clId="{9ECFE1F4-F242-41C4-BBEE-58ED7B822E0D}" dt="2026-06-22T00:56:40.476" v="241"/>
          <ac:inkMkLst>
            <pc:docMk/>
            <pc:sldMk cId="1215222735" sldId="258"/>
            <ac:inkMk id="45" creationId="{DF100E30-62BE-E437-69E4-79391654BA03}"/>
          </ac:inkMkLst>
        </pc:inkChg>
        <pc:inkChg chg="add del">
          <ac:chgData name="Ariel Cintron-Arias" userId="4f0c7142-fc43-42c8-9fe0-e83c808a4080" providerId="ADAL" clId="{9ECFE1F4-F242-41C4-BBEE-58ED7B822E0D}" dt="2026-06-22T00:56:40.476" v="241"/>
          <ac:inkMkLst>
            <pc:docMk/>
            <pc:sldMk cId="1215222735" sldId="258"/>
            <ac:inkMk id="46" creationId="{348B9000-CF38-B723-78B1-237B886AA7D3}"/>
          </ac:inkMkLst>
        </pc:inkChg>
        <pc:inkChg chg="add del reco">
          <ac:chgData name="Ariel Cintron-Arias" userId="4f0c7142-fc43-42c8-9fe0-e83c808a4080" providerId="ADAL" clId="{9ECFE1F4-F242-41C4-BBEE-58ED7B822E0D}" dt="2026-06-22T00:56:43.542" v="242"/>
          <ac:inkMkLst>
            <pc:docMk/>
            <pc:sldMk cId="1215222735" sldId="258"/>
            <ac:inkMk id="47" creationId="{FFB475CD-E174-06CF-93A5-88F21AB56A4D}"/>
          </ac:inkMkLst>
        </pc:inkChg>
        <pc:inkChg chg="add">
          <ac:chgData name="Ariel Cintron-Arias" userId="4f0c7142-fc43-42c8-9fe0-e83c808a4080" providerId="ADAL" clId="{9ECFE1F4-F242-41C4-BBEE-58ED7B822E0D}" dt="2026-06-22T00:56:46.323" v="243"/>
          <ac:inkMkLst>
            <pc:docMk/>
            <pc:sldMk cId="1215222735" sldId="258"/>
            <ac:inkMk id="48" creationId="{A980BB14-B492-CBAB-E91F-433B0FD6E4EE}"/>
          </ac:inkMkLst>
        </pc:inkChg>
        <pc:inkChg chg="add">
          <ac:chgData name="Ariel Cintron-Arias" userId="4f0c7142-fc43-42c8-9fe0-e83c808a4080" providerId="ADAL" clId="{9ECFE1F4-F242-41C4-BBEE-58ED7B822E0D}" dt="2026-06-22T00:56:46.974" v="244"/>
          <ac:inkMkLst>
            <pc:docMk/>
            <pc:sldMk cId="1215222735" sldId="258"/>
            <ac:inkMk id="49" creationId="{BE1A28ED-B406-66A8-9585-A357F462C2C3}"/>
          </ac:inkMkLst>
        </pc:inkChg>
        <pc:inkChg chg="add">
          <ac:chgData name="Ariel Cintron-Arias" userId="4f0c7142-fc43-42c8-9fe0-e83c808a4080" providerId="ADAL" clId="{9ECFE1F4-F242-41C4-BBEE-58ED7B822E0D}" dt="2026-06-22T00:56:47.224" v="245"/>
          <ac:inkMkLst>
            <pc:docMk/>
            <pc:sldMk cId="1215222735" sldId="258"/>
            <ac:inkMk id="50" creationId="{0D0D4B27-FDB2-21DD-14B3-F352AA05AC1E}"/>
          </ac:inkMkLst>
        </pc:inkChg>
        <pc:inkChg chg="add">
          <ac:chgData name="Ariel Cintron-Arias" userId="4f0c7142-fc43-42c8-9fe0-e83c808a4080" providerId="ADAL" clId="{9ECFE1F4-F242-41C4-BBEE-58ED7B822E0D}" dt="2026-06-22T00:56:47.407" v="246"/>
          <ac:inkMkLst>
            <pc:docMk/>
            <pc:sldMk cId="1215222735" sldId="258"/>
            <ac:inkMk id="51" creationId="{6F9EDCB2-7C49-F268-96F8-8142995E3388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52" creationId="{0EC48270-1409-1214-E338-09110269D2EA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53" creationId="{61401609-43B9-EBF9-0B4D-2D40A421E2AA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54" creationId="{81E3C113-39CA-20B8-2FA7-FA1C205EBBA0}"/>
          </ac:inkMkLst>
        </pc:inkChg>
        <pc:inkChg chg="add">
          <ac:chgData name="Ariel Cintron-Arias" userId="4f0c7142-fc43-42c8-9fe0-e83c808a4080" providerId="ADAL" clId="{9ECFE1F4-F242-41C4-BBEE-58ED7B822E0D}" dt="2026-06-22T00:56:49.457" v="250"/>
          <ac:inkMkLst>
            <pc:docMk/>
            <pc:sldMk cId="1215222735" sldId="258"/>
            <ac:inkMk id="55" creationId="{35ED566E-9C74-D211-5D89-CB7857C43E08}"/>
          </ac:inkMkLst>
        </pc:inkChg>
        <pc:inkChg chg="add">
          <ac:chgData name="Ariel Cintron-Arias" userId="4f0c7142-fc43-42c8-9fe0-e83c808a4080" providerId="ADAL" clId="{9ECFE1F4-F242-41C4-BBEE-58ED7B822E0D}" dt="2026-06-22T00:56:49.722" v="251"/>
          <ac:inkMkLst>
            <pc:docMk/>
            <pc:sldMk cId="1215222735" sldId="258"/>
            <ac:inkMk id="56" creationId="{6584404D-EFB4-18DD-83F8-A6C94D1C0F6E}"/>
          </ac:inkMkLst>
        </pc:inkChg>
        <pc:inkChg chg="add">
          <ac:chgData name="Ariel Cintron-Arias" userId="4f0c7142-fc43-42c8-9fe0-e83c808a4080" providerId="ADAL" clId="{9ECFE1F4-F242-41C4-BBEE-58ED7B822E0D}" dt="2026-06-22T00:56:49.856" v="252"/>
          <ac:inkMkLst>
            <pc:docMk/>
            <pc:sldMk cId="1215222735" sldId="258"/>
            <ac:inkMk id="57" creationId="{36928447-D2E9-359F-167D-C1E71F1EF1D6}"/>
          </ac:inkMkLst>
        </pc:inkChg>
        <pc:inkChg chg="add">
          <ac:chgData name="Ariel Cintron-Arias" userId="4f0c7142-fc43-42c8-9fe0-e83c808a4080" providerId="ADAL" clId="{9ECFE1F4-F242-41C4-BBEE-58ED7B822E0D}" dt="2026-06-22T00:56:50.124" v="253"/>
          <ac:inkMkLst>
            <pc:docMk/>
            <pc:sldMk cId="1215222735" sldId="258"/>
            <ac:inkMk id="58" creationId="{24991253-5BF8-C898-10E6-D590DA108611}"/>
          </ac:inkMkLst>
        </pc:inkChg>
        <pc:inkChg chg="add">
          <ac:chgData name="Ariel Cintron-Arias" userId="4f0c7142-fc43-42c8-9fe0-e83c808a4080" providerId="ADAL" clId="{9ECFE1F4-F242-41C4-BBEE-58ED7B822E0D}" dt="2026-06-22T00:56:50.324" v="254"/>
          <ac:inkMkLst>
            <pc:docMk/>
            <pc:sldMk cId="1215222735" sldId="258"/>
            <ac:inkMk id="59" creationId="{B28C1F2F-C66D-7915-F285-E1DF8BD669AD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60" creationId="{B36AC76D-73A6-C256-BC44-8A57727E05DE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61" creationId="{3550D397-06F4-609A-B099-14CC2F8B004A}"/>
          </ac:inkMkLst>
        </pc:inkChg>
        <pc:inkChg chg="add">
          <ac:chgData name="Ariel Cintron-Arias" userId="4f0c7142-fc43-42c8-9fe0-e83c808a4080" providerId="ADAL" clId="{9ECFE1F4-F242-41C4-BBEE-58ED7B822E0D}" dt="2026-06-22T00:56:51.190" v="257"/>
          <ac:inkMkLst>
            <pc:docMk/>
            <pc:sldMk cId="1215222735" sldId="258"/>
            <ac:inkMk id="62" creationId="{CA5DCA57-0DD0-284B-9FCB-9E79877E7EE7}"/>
          </ac:inkMkLst>
        </pc:inkChg>
        <pc:inkChg chg="add">
          <ac:chgData name="Ariel Cintron-Arias" userId="4f0c7142-fc43-42c8-9fe0-e83c808a4080" providerId="ADAL" clId="{9ECFE1F4-F242-41C4-BBEE-58ED7B822E0D}" dt="2026-06-22T00:56:51.891" v="258"/>
          <ac:inkMkLst>
            <pc:docMk/>
            <pc:sldMk cId="1215222735" sldId="258"/>
            <ac:inkMk id="63" creationId="{DEB94A63-7291-07DC-C344-42CCC5343FAE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64" creationId="{A4D32698-2C31-ADC1-DC10-AAEDDA5F07FC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65" creationId="{1BCB54CE-EE9B-2E66-6578-928D85776730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66" creationId="{FDE7DA85-6271-21B9-C871-2483B19EBE43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67" creationId="{9AA7FDA8-662D-AB18-55F4-33D6DDC3C5B4}"/>
          </ac:inkMkLst>
        </pc:inkChg>
        <pc:inkChg chg="add del">
          <ac:chgData name="Ariel Cintron-Arias" userId="4f0c7142-fc43-42c8-9fe0-e83c808a4080" providerId="ADAL" clId="{9ECFE1F4-F242-41C4-BBEE-58ED7B822E0D}" dt="2026-06-22T00:56:54.679" v="265"/>
          <ac:inkMkLst>
            <pc:docMk/>
            <pc:sldMk cId="1215222735" sldId="258"/>
            <ac:inkMk id="68" creationId="{29785865-B4C9-86CB-BEAF-710B25620A84}"/>
          </ac:inkMkLst>
        </pc:inkChg>
        <pc:inkChg chg="add">
          <ac:chgData name="Ariel Cintron-Arias" userId="4f0c7142-fc43-42c8-9fe0-e83c808a4080" providerId="ADAL" clId="{9ECFE1F4-F242-41C4-BBEE-58ED7B822E0D}" dt="2026-06-22T00:56:53.990" v="264"/>
          <ac:inkMkLst>
            <pc:docMk/>
            <pc:sldMk cId="1215222735" sldId="258"/>
            <ac:inkMk id="69" creationId="{DBA0C2F4-938C-57B5-5DA9-D942E3B7B95D}"/>
          </ac:inkMkLst>
        </pc:inkChg>
        <pc:inkChg chg="add del">
          <ac:chgData name="Ariel Cintron-Arias" userId="4f0c7142-fc43-42c8-9fe0-e83c808a4080" providerId="ADAL" clId="{9ECFE1F4-F242-41C4-BBEE-58ED7B822E0D}" dt="2026-06-22T00:57:02.691" v="268"/>
          <ac:inkMkLst>
            <pc:docMk/>
            <pc:sldMk cId="1215222735" sldId="258"/>
            <ac:inkMk id="72" creationId="{EF7A0ABF-6AD5-AF46-E58F-856A4A8C6696}"/>
          </ac:inkMkLst>
        </pc:inkChg>
        <pc:inkChg chg="add del">
          <ac:chgData name="Ariel Cintron-Arias" userId="4f0c7142-fc43-42c8-9fe0-e83c808a4080" providerId="ADAL" clId="{9ECFE1F4-F242-41C4-BBEE-58ED7B822E0D}" dt="2026-06-22T00:57:02.691" v="268"/>
          <ac:inkMkLst>
            <pc:docMk/>
            <pc:sldMk cId="1215222735" sldId="258"/>
            <ac:inkMk id="73" creationId="{671C01FA-20A9-49AC-9862-1B62429434F1}"/>
          </ac:inkMkLst>
        </pc:inkChg>
        <pc:inkChg chg="add reco">
          <ac:chgData name="Ariel Cintron-Arias" userId="4f0c7142-fc43-42c8-9fe0-e83c808a4080" providerId="ADAL" clId="{9ECFE1F4-F242-41C4-BBEE-58ED7B822E0D}" dt="2026-06-22T00:57:02.691" v="268"/>
          <ac:inkMkLst>
            <pc:docMk/>
            <pc:sldMk cId="1215222735" sldId="258"/>
            <ac:inkMk id="74" creationId="{3B1D9D79-378E-FA82-7E45-870644D62BE0}"/>
          </ac:inkMkLst>
        </pc:inkChg>
        <pc:inkChg chg="add del">
          <ac:chgData name="Ariel Cintron-Arias" userId="4f0c7142-fc43-42c8-9fe0-e83c808a4080" providerId="ADAL" clId="{9ECFE1F4-F242-41C4-BBEE-58ED7B822E0D}" dt="2026-06-22T00:58:21.911" v="274"/>
          <ac:inkMkLst>
            <pc:docMk/>
            <pc:sldMk cId="1215222735" sldId="258"/>
            <ac:inkMk id="75" creationId="{1ACC8768-2861-5DDF-C756-F0C5E0A876E3}"/>
          </ac:inkMkLst>
        </pc:inkChg>
        <pc:inkChg chg="add del">
          <ac:chgData name="Ariel Cintron-Arias" userId="4f0c7142-fc43-42c8-9fe0-e83c808a4080" providerId="ADAL" clId="{9ECFE1F4-F242-41C4-BBEE-58ED7B822E0D}" dt="2026-06-22T00:58:21.911" v="274"/>
          <ac:inkMkLst>
            <pc:docMk/>
            <pc:sldMk cId="1215222735" sldId="258"/>
            <ac:inkMk id="76" creationId="{992F70A5-B067-6AE2-ACAC-30B0BC021FFD}"/>
          </ac:inkMkLst>
        </pc:inkChg>
        <pc:inkChg chg="add del">
          <ac:chgData name="Ariel Cintron-Arias" userId="4f0c7142-fc43-42c8-9fe0-e83c808a4080" providerId="ADAL" clId="{9ECFE1F4-F242-41C4-BBEE-58ED7B822E0D}" dt="2026-06-22T00:58:21.911" v="274"/>
          <ac:inkMkLst>
            <pc:docMk/>
            <pc:sldMk cId="1215222735" sldId="258"/>
            <ac:inkMk id="77" creationId="{0483BB85-496A-9950-7819-CC2223B2178F}"/>
          </ac:inkMkLst>
        </pc:inkChg>
        <pc:inkChg chg="add del">
          <ac:chgData name="Ariel Cintron-Arias" userId="4f0c7142-fc43-42c8-9fe0-e83c808a4080" providerId="ADAL" clId="{9ECFE1F4-F242-41C4-BBEE-58ED7B822E0D}" dt="2026-06-22T00:58:21.911" v="274"/>
          <ac:inkMkLst>
            <pc:docMk/>
            <pc:sldMk cId="1215222735" sldId="258"/>
            <ac:inkMk id="78" creationId="{1824DCAE-225C-7F74-9452-ECF3BEF373E7}"/>
          </ac:inkMkLst>
        </pc:inkChg>
        <pc:inkChg chg="add del">
          <ac:chgData name="Ariel Cintron-Arias" userId="4f0c7142-fc43-42c8-9fe0-e83c808a4080" providerId="ADAL" clId="{9ECFE1F4-F242-41C4-BBEE-58ED7B822E0D}" dt="2026-06-22T00:58:21.911" v="274"/>
          <ac:inkMkLst>
            <pc:docMk/>
            <pc:sldMk cId="1215222735" sldId="258"/>
            <ac:inkMk id="79" creationId="{5BDF10CB-BC91-2C14-A0BA-6B6B77E8148A}"/>
          </ac:inkMkLst>
        </pc:inkChg>
        <pc:inkChg chg="add reco">
          <ac:chgData name="Ariel Cintron-Arias" userId="4f0c7142-fc43-42c8-9fe0-e83c808a4080" providerId="ADAL" clId="{9ECFE1F4-F242-41C4-BBEE-58ED7B822E0D}" dt="2026-06-22T00:58:21.911" v="274"/>
          <ac:inkMkLst>
            <pc:docMk/>
            <pc:sldMk cId="1215222735" sldId="258"/>
            <ac:inkMk id="80" creationId="{F54B5F0F-DED5-0560-FD8F-BD3C3B88E1E7}"/>
          </ac:inkMkLst>
        </pc:inkChg>
        <pc:inkChg chg="add del">
          <ac:chgData name="Ariel Cintron-Arias" userId="4f0c7142-fc43-42c8-9fe0-e83c808a4080" providerId="ADAL" clId="{9ECFE1F4-F242-41C4-BBEE-58ED7B822E0D}" dt="2026-06-22T00:58:25.344" v="280"/>
          <ac:inkMkLst>
            <pc:docMk/>
            <pc:sldMk cId="1215222735" sldId="258"/>
            <ac:inkMk id="81" creationId="{7F5C91F6-AD03-4CD5-B796-26FDF9558042}"/>
          </ac:inkMkLst>
        </pc:inkChg>
        <pc:inkChg chg="add del">
          <ac:chgData name="Ariel Cintron-Arias" userId="4f0c7142-fc43-42c8-9fe0-e83c808a4080" providerId="ADAL" clId="{9ECFE1F4-F242-41C4-BBEE-58ED7B822E0D}" dt="2026-06-22T00:58:25.344" v="280"/>
          <ac:inkMkLst>
            <pc:docMk/>
            <pc:sldMk cId="1215222735" sldId="258"/>
            <ac:inkMk id="82" creationId="{B45A132E-7607-779A-5DCC-BFA4393A0E93}"/>
          </ac:inkMkLst>
        </pc:inkChg>
        <pc:inkChg chg="add del">
          <ac:chgData name="Ariel Cintron-Arias" userId="4f0c7142-fc43-42c8-9fe0-e83c808a4080" providerId="ADAL" clId="{9ECFE1F4-F242-41C4-BBEE-58ED7B822E0D}" dt="2026-06-22T00:58:25.344" v="280"/>
          <ac:inkMkLst>
            <pc:docMk/>
            <pc:sldMk cId="1215222735" sldId="258"/>
            <ac:inkMk id="83" creationId="{2D885636-9115-D764-DCC6-09A287C907E1}"/>
          </ac:inkMkLst>
        </pc:inkChg>
        <pc:inkChg chg="add del">
          <ac:chgData name="Ariel Cintron-Arias" userId="4f0c7142-fc43-42c8-9fe0-e83c808a4080" providerId="ADAL" clId="{9ECFE1F4-F242-41C4-BBEE-58ED7B822E0D}" dt="2026-06-22T00:58:25.344" v="280"/>
          <ac:inkMkLst>
            <pc:docMk/>
            <pc:sldMk cId="1215222735" sldId="258"/>
            <ac:inkMk id="84" creationId="{E7F9BBA5-2E28-736D-F56E-1F2B92F318DC}"/>
          </ac:inkMkLst>
        </pc:inkChg>
        <pc:inkChg chg="add del">
          <ac:chgData name="Ariel Cintron-Arias" userId="4f0c7142-fc43-42c8-9fe0-e83c808a4080" providerId="ADAL" clId="{9ECFE1F4-F242-41C4-BBEE-58ED7B822E0D}" dt="2026-06-22T00:58:25.344" v="280"/>
          <ac:inkMkLst>
            <pc:docMk/>
            <pc:sldMk cId="1215222735" sldId="258"/>
            <ac:inkMk id="85" creationId="{ED022133-C2E7-369B-DB80-6DEEE9F82627}"/>
          </ac:inkMkLst>
        </pc:inkChg>
        <pc:inkChg chg="add reco">
          <ac:chgData name="Ariel Cintron-Arias" userId="4f0c7142-fc43-42c8-9fe0-e83c808a4080" providerId="ADAL" clId="{9ECFE1F4-F242-41C4-BBEE-58ED7B822E0D}" dt="2026-06-22T00:58:25.344" v="280"/>
          <ac:inkMkLst>
            <pc:docMk/>
            <pc:sldMk cId="1215222735" sldId="258"/>
            <ac:inkMk id="86" creationId="{5CE65E0C-D932-13F3-EB8B-B6C37AB63E32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87" creationId="{1994A30B-DAA2-B095-AE89-5E6506559F92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88" creationId="{3AC4D6AE-1ABC-E9B5-686C-81BAD1EC2256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89" creationId="{53B1DDC9-0796-9DCD-1FDA-97E45791F7D3}"/>
          </ac:inkMkLst>
        </pc:inkChg>
        <pc:inkChg chg="add">
          <ac:chgData name="Ariel Cintron-Arias" userId="4f0c7142-fc43-42c8-9fe0-e83c808a4080" providerId="ADAL" clId="{9ECFE1F4-F242-41C4-BBEE-58ED7B822E0D}" dt="2026-06-22T00:58:28.242" v="284"/>
          <ac:inkMkLst>
            <pc:docMk/>
            <pc:sldMk cId="1215222735" sldId="258"/>
            <ac:inkMk id="90" creationId="{321B7015-B3A0-6B5C-5A2B-78D312810768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91" creationId="{B766F721-02EF-7A6D-1029-59A8401B0C0C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92" creationId="{1903E0A2-5BCA-D305-99B1-7923A3C6B5DA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93" creationId="{C6EB87F8-0262-EA1B-3401-21E97D3E05F0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94" creationId="{1148FCFF-4B4A-6650-D466-CE76A590C508}"/>
          </ac:inkMkLst>
        </pc:inkChg>
        <pc:inkChg chg="add del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95" creationId="{26B3440C-971C-24D5-C8B9-BD03AA5A58E7}"/>
          </ac:inkMkLst>
        </pc:inkChg>
        <pc:inkChg chg="add reco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96" creationId="{F9FF7C4C-0245-868F-24D9-4F44269EA754}"/>
          </ac:inkMkLst>
        </pc:inkChg>
        <pc:inkChg chg="add reco">
          <ac:chgData name="Ariel Cintron-Arias" userId="4f0c7142-fc43-42c8-9fe0-e83c808a4080" providerId="ADAL" clId="{9ECFE1F4-F242-41C4-BBEE-58ED7B822E0D}" dt="2026-06-22T00:58:31.795" v="290"/>
          <ac:inkMkLst>
            <pc:docMk/>
            <pc:sldMk cId="1215222735" sldId="258"/>
            <ac:inkMk id="97" creationId="{EB55060E-D498-1754-7659-34E191E88391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98" creationId="{9C06B233-67F9-AEE8-999B-E59DBF81F1A3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99" creationId="{4C64FC2D-36BE-B596-D94B-E4D2ECF089CD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100" creationId="{957D04BE-5BA1-7E63-BDC9-9E29898B50A3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101" creationId="{5E6B8329-60E7-7813-8EE7-26B52CC38879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102" creationId="{C409EAAD-AA3D-533F-A2C4-2298C315B26F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103" creationId="{49679C31-E17D-F421-3FB0-A74E64A67DB9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104" creationId="{0EE5A061-A04B-CD27-F840-E13C4B98E893}"/>
          </ac:inkMkLst>
        </pc:inkChg>
        <pc:inkChg chg="add del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105" creationId="{4418D6E8-3CEE-4B45-0DF5-4EB25358EC21}"/>
          </ac:inkMkLst>
        </pc:inkChg>
        <pc:inkChg chg="add reco">
          <ac:chgData name="Ariel Cintron-Arias" userId="4f0c7142-fc43-42c8-9fe0-e83c808a4080" providerId="ADAL" clId="{9ECFE1F4-F242-41C4-BBEE-58ED7B822E0D}" dt="2026-06-22T00:58:36.863" v="299"/>
          <ac:inkMkLst>
            <pc:docMk/>
            <pc:sldMk cId="1215222735" sldId="258"/>
            <ac:inkMk id="106" creationId="{8F0B4B00-D9C4-77DC-F8CE-3E693EC8B6A3}"/>
          </ac:inkMkLst>
        </pc:inkChg>
        <pc:inkChg chg="add del">
          <ac:chgData name="Ariel Cintron-Arias" userId="4f0c7142-fc43-42c8-9fe0-e83c808a4080" providerId="ADAL" clId="{9ECFE1F4-F242-41C4-BBEE-58ED7B822E0D}" dt="2026-06-22T00:59:04.909" v="301"/>
          <ac:inkMkLst>
            <pc:docMk/>
            <pc:sldMk cId="1215222735" sldId="258"/>
            <ac:inkMk id="107" creationId="{A3FD809E-8875-8617-C081-7F273CE7D559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08" creationId="{952AD31F-B898-9296-80E8-13A3B1750A63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09" creationId="{D5BBE4D5-744E-8929-E2E8-9C520741F098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0" creationId="{F6F0E821-7D0F-115F-DD4E-9E43ECC7DAC4}"/>
          </ac:inkMkLst>
        </pc:inkChg>
        <pc:inkChg chg="add">
          <ac:chgData name="Ariel Cintron-Arias" userId="4f0c7142-fc43-42c8-9fe0-e83c808a4080" providerId="ADAL" clId="{9ECFE1F4-F242-41C4-BBEE-58ED7B822E0D}" dt="2026-06-22T00:59:08.693" v="305"/>
          <ac:inkMkLst>
            <pc:docMk/>
            <pc:sldMk cId="1215222735" sldId="258"/>
            <ac:inkMk id="111" creationId="{3928855B-0764-474D-6BDE-86D80F3F760D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2" creationId="{47072CCE-E839-34D2-2166-5639443EAE54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3" creationId="{84995D19-553B-9515-E84B-0176FAD053C6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4" creationId="{C0AA4095-A599-DCC6-3185-35848AB6BFC2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5" creationId="{F6644292-2EBF-4937-628E-709B303B6DED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6" creationId="{64D0B594-5EC8-13E0-C678-9D34460D3ECB}"/>
          </ac:inkMkLst>
        </pc:inkChg>
        <pc:inkChg chg="add del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7" creationId="{A28D8BF1-5F61-7512-806A-C2199B94C838}"/>
          </ac:inkMkLst>
        </pc:inkChg>
        <pc:inkChg chg="add reco">
          <ac:chgData name="Ariel Cintron-Arias" userId="4f0c7142-fc43-42c8-9fe0-e83c808a4080" providerId="ADAL" clId="{9ECFE1F4-F242-41C4-BBEE-58ED7B822E0D}" dt="2026-06-22T00:59:13.045" v="312"/>
          <ac:inkMkLst>
            <pc:docMk/>
            <pc:sldMk cId="1215222735" sldId="258"/>
            <ac:inkMk id="118" creationId="{B550EC0A-218C-85CE-B4BF-A41DDB1F21EC}"/>
          </ac:inkMkLst>
        </pc:inkChg>
      </pc:sldChg>
    </pc:docChg>
  </pc:docChgLst>
  <pc:docChgLst>
    <pc:chgData name="Ariel Cintron-Arias" userId="S::acintron@catawba.edu::4f0c7142-fc43-42c8-9fe0-e83c808a4080" providerId="AD" clId="Web-{E6D712F0-7054-A46B-B1E9-BD5B0F88EC7A}"/>
    <pc:docChg chg="addSld modSld">
      <pc:chgData name="Ariel Cintron-Arias" userId="S::acintron@catawba.edu::4f0c7142-fc43-42c8-9fe0-e83c808a4080" providerId="AD" clId="Web-{E6D712F0-7054-A46B-B1E9-BD5B0F88EC7A}" dt="2026-06-22T00:41:44.522" v="5"/>
      <pc:docMkLst>
        <pc:docMk/>
      </pc:docMkLst>
      <pc:sldChg chg="modSp">
        <pc:chgData name="Ariel Cintron-Arias" userId="S::acintron@catawba.edu::4f0c7142-fc43-42c8-9fe0-e83c808a4080" providerId="AD" clId="Web-{E6D712F0-7054-A46B-B1E9-BD5B0F88EC7A}" dt="2026-06-22T00:41:25.599" v="2" actId="20577"/>
        <pc:sldMkLst>
          <pc:docMk/>
          <pc:sldMk cId="109857222" sldId="256"/>
        </pc:sldMkLst>
        <pc:spChg chg="mod">
          <ac:chgData name="Ariel Cintron-Arias" userId="S::acintron@catawba.edu::4f0c7142-fc43-42c8-9fe0-e83c808a4080" providerId="AD" clId="Web-{E6D712F0-7054-A46B-B1E9-BD5B0F88EC7A}" dt="2026-06-22T00:41:25.599" v="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">
        <pc:chgData name="Ariel Cintron-Arias" userId="S::acintron@catawba.edu::4f0c7142-fc43-42c8-9fe0-e83c808a4080" providerId="AD" clId="Web-{E6D712F0-7054-A46B-B1E9-BD5B0F88EC7A}" dt="2026-06-22T00:41:38.756" v="3"/>
        <pc:sldMkLst>
          <pc:docMk/>
          <pc:sldMk cId="2821707536" sldId="257"/>
        </pc:sldMkLst>
      </pc:sldChg>
      <pc:sldChg chg="new">
        <pc:chgData name="Ariel Cintron-Arias" userId="S::acintron@catawba.edu::4f0c7142-fc43-42c8-9fe0-e83c808a4080" providerId="AD" clId="Web-{E6D712F0-7054-A46B-B1E9-BD5B0F88EC7A}" dt="2026-06-22T00:41:40.787" v="4"/>
        <pc:sldMkLst>
          <pc:docMk/>
          <pc:sldMk cId="1215222735" sldId="258"/>
        </pc:sldMkLst>
      </pc:sldChg>
      <pc:sldChg chg="new">
        <pc:chgData name="Ariel Cintron-Arias" userId="S::acintron@catawba.edu::4f0c7142-fc43-42c8-9fe0-e83c808a4080" providerId="AD" clId="Web-{E6D712F0-7054-A46B-B1E9-BD5B0F88EC7A}" dt="2026-06-22T00:41:44.522" v="5"/>
        <pc:sldMkLst>
          <pc:docMk/>
          <pc:sldMk cId="2124684840" sldId="25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16.1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118 351 11934,'0'-14'0,"0"-1"0,5 5 0,0 0 0,-2-1 0,-1-2 0,-2-2 0,-2 2 0,-3 3 0,-4 5 0,0 4 0,0 1 0,4 0 0,-5 0 0,0 0 0,-5 0 0,7 6 0,2 2 0,1 2 0,0 0 0,-2 5 0,4 6 0,-2 2 0,2 3 0,1 2 0,1 3 0,-3 1 0,0 3 0,-1 7 0,5 1 0,1 4 0,4 0 0,-2-1 0,7-2 0,2 2 0,1 3 0,6-8 0,1 1 0,0-4 0,1-6 0,-3-1 0,6-3 0,1-3 0,-2-6 0,3-9 0,-5-3 0,0-3 0,0 1 0,4 0 0,-5-6 0,-2-4 0,-2-5 0,0-3 0,1-2 0,-1-1 0,-3-4 0,0-4 0,0 1 0,2-2 0,-1-1 0,-4-1 0,0-3 0,0-1 0,-2-3 0,5 3 0,-5-4 0,0 3 0,-3-3 0,2 4 0,-2-3 0,-2 1 0,-1-1 0,-2 5 0,0-2 0,0 5 0,0-1 0,-5 6 0,-2 2 0,-1 2 0,-3 3 0,2 4 0,0 2 0,-3 1 0,-1 2 0,-2 5 0,7 0 0,3 0 0,9 2 0,1 3 0,6-2 0,-1 7 0,22 6 0,8 7 0</inkml:trace>
  <inkml:trace contextRef="#ctx0" brushRef="#br0" timeOffset="666">1015 351 11934,'0'-14'0,"0"-1"0,-2 0 0,-3 0 0,2 7 1,-7 3 1,5 5 0,-4 5 1,5-1-1,-2 5 1,1 4-3,0 5 1,-1 0-1,2 7 1,-1 1-1,2 2 0,0 1 0,0 2 0,-2 2 0,1 1 0,3 7 0,1-2 0,0 4 0,0 1 0,0 0 0,0 0 0,1-2 0,4-2 0,2-3 0,4-6 0,-3 0 0,-1-3 0,3-8 0,-4-1 0,2-4 0,4-5 0,-4 1 0,2-6 0,1-2 0,2-1 0,-3-2 0,0 0 0,1 0 0,2 0 0,2-2 0,0-1 0,1-2 0,4 2 0,-4-4 0,4 1 0,-4-2 0,-1-4 0,4 4 0,1-2 0,-2 0 0,-2 2 0,-1-3 0,0 4 0,-1-1 0,1-3 0,0 2 0,-1 0 0,1-3 0,-5 4 0,0-2 0,-7 1 0,-29-13 0,-15-1 0</inkml:trace>
  <inkml:trace contextRef="#ctx0" brushRef="#br0" timeOffset="965">971 763 11949,'0'15'0,"0"-6"0,0 1 0,0 2 0,0-6 0,6-1 0,4-10 0,-2 2 0,2-7 0,2-1 0,1-2 0,1 3 0,1 0 0,0-2 0,-1-1 0,6-1 0,1 1 0,0 1 0,1 2 0,2 2 0,-3-3 0,1 3 0,-1 1 0,-1 1 0,-6 2 0,1-1 0,0 2 0,-1 2 0,-1-1 0,-3-3 0,-3 3 0,-40 2 0,-8 9 0</inkml:trace>
  <inkml:trace contextRef="#ctx0" brushRef="#br0" timeOffset="1266">912 513 11962,'0'-8'0,"0"-5"0,2 9 0,3-4 0,4 2 0,0-4 0,0 3 0,3 1 0,1-1 0,2-2 0,1 2 0,2 0 0,1 1 0,6-4 0,-4 4 0,0-3 0,1-2 0,2 3 0,-3 0 0,1 0 0,-1-1 0,3 4 0,-2-3 0,-1 2 0,0 2 0,-1-2 0,-6 1 0,1 2 0,0 1 0,-1 2 0,1 0 0,-7 0 0,-1 0 0</inkml:trace>
  <inkml:trace contextRef="#ctx0" brushRef="#br0" timeOffset="1699">1765 263 11962,'0'-15'0,"-2"6"0,-1-1 0,-2-2 0,-7 6 0,6 1 0,-4 10 0,5 5 0,3 4 0,2 6 0,0 6 0,0 7 0,0-1 0,0 9 0,0 5 0,0 6 0,0 5 0,0 4 0,0 1 0,0 2 0,2 1 0,1-5 0,2-3 0,-1-9 0,2-6 0,-1-12 0,-2-7 0,-1-6 0,4-5 0,4-7 0,-2-7 0,1-13 0,-3-1 0,-3-3 0,4-4 0,-2-7 0,-2 1 0,-9-37 0,-6-15 0,0-7 0,0 0 0</inkml:trace>
  <inkml:trace contextRef="#ctx0" brushRef="#br0" timeOffset="1932">1706 322 11962,'-5'-21'0,"-2"-2"0,-1 0 0,0 2 0,-3 8 0,1 3 0,7 3 0,-2 7 0,10 0 0,4 0 0,-1-1 0,2-3 0,3-1 0,5 2 0,0-3 0,5-1 0,0 1 0,0-1 0,1-3 0,6 4 0,-1-2 0,1-4 0,1-1 0,1 0 0,1 2 0,-5 1 0,-1 2 0,-7-4 0,-2 4 0,-2 1 0,-1 3 0,0 4 0,-7 6 0,-3 6 0,-4 5 0,-33 26 0,-9 11 0</inkml:trace>
  <inkml:trace contextRef="#ctx0" brushRef="#br0" timeOffset="2148">1735 689 11962,'8'7'0,"1"-6"0,-5 3 0,6-8 0,-2-4 0,2-6 0,2-3 0,1-2 0,3 1 0,2-7 0,3-1 0,2-2 0,2-1 0,4 0 0,-1 1 0,-4 3 0,4-1 0,-4 7 0,3 2 0,-3 6 0,-3-1 0,-6 7 0,-2 4 0,-3 4 0,-10 31 0,-8 14 0</inkml:trace>
  <inkml:trace contextRef="#ctx0" brushRef="#br0" timeOffset="2699">2279 1042 11962,'0'10'0,"0"0"0,0 1 0,0-3 0,0 2 0,0-8 0,0-2 0,0-8 0,0-6 0,0-5 0,0-2 0,0-4 0,0-6 0,0 0 0,0-8 0,2-4 0,3-4 0,-2-5 0,7-7 0,1-1 0,2-4 0,2 2 0,0-7 0,-1 1 0,1 1 0,0 3 0,-1 10 0,1 5 0,0 3 0,-5 10 0,-1 7 0,3 8 0,1 11 0,2 5 0,-6 10 0,0 5 0,-3 4 0,-3 6 0,4-2 0,-1 7 0,1 1 0,-1 1 0,1 9 0,-4 2 0,4 3 0,1 3 0,-3-3 0,5 9 0,1 1 0,2 3 0,-3 3 0,0 2 0,1 0 0,2-1 0,0-4 0,-1-1 0,-2-3 0,1-2 0,-3-9 0,0-5 0,-1-5 0,-4-4 0,-1-4 0,-2-6 0,0-7 0,0-8 0,0-10 0,-20-22 0,-4-8 0</inkml:trace>
  <inkml:trace contextRef="#ctx0" brushRef="#br0" timeOffset="2948">2338 660 11962,'-10'8'0,"0"-3"0,0-2 0,2 2 0,-5-3 0,12 4 0,1-6 0,9 0 0,6 0 0,5 0 0,-2-6 0,6-2 0,4-2 0,5 0 0,-2 0 0,3-4 0,-1 0 0,1 5 0,-3-4 0,3 3 0,-3-2 0,-1 3 0,-1-3 0,-1 7 0,-4 2 0,-4 1 0,-4 2 0,-34 33 0,-8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23.0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545 162 11766,'0'8'53,"-2"-1"-42,-3-7 1,3-7-6,-3-2 1,2 0-1,0 0-2,-2-3 0,-5 4 0,4 0 0,-1 0-2,1-1 1,-4 5 0,3-5 0,-1 1-1,-3 0 1,-2 5-1,-2-4 1,-1 2-1,-4 0 0,2 1 0,-5 4 0,0 0 0,0 0 1,1 6-1,-5 6 1,3 4-1,-2 3 0,3 8 0,0-3 0,0 4-1,0 1 1,5 2-1,-1 2 1,2 1-2,3-1 0,1 3 1,1-2-1,4-1 0,2-2 0,1-2 0,5 1 0,0-1 0,0 0 0,0 1 0,1-2 0,4-2 0,5-2 0,3-4 0,2 3 0,-1-2 0,1-3 0,2-3 0,0-4 0,3-3 0,-2-1 0,3-2 0,1-5 0,-1 0 0,0 0 0,3-7 0,-2-3 0,-1-3 0,0-1 0,0 2 0,-3-1 0,2-3 0,-2-1 0,-2 1 0,-1 1 0,0 1 0,-1-1 0,1 0 0,0 1 0,6-34 0,2-7 0</inkml:trace>
  <inkml:trace contextRef="#ctx0" brushRef="#br0" timeOffset="400">736 206 11931,'8'7'0,"-2"1"0,-6 7 0,-1-6 0,-3 1 0,0 2 0,0 1 0,-2 1 0,1 3 0,2 2 0,1 6 0,2 3 0,0 1 0,0 2 0,0 3 0,2-3 0,2 4 0,6-4 0,3-2 0,2-1 0,0-4 0,-1-6 0,1-6 0,0-6 0,0-6 0,-2-1 0,-4-4 0,3-8 0,-6-8 0,1-2 0,-1-3 0,4-2 0,-5-2 0,-2-1 0,-1-3 0,-2 3 0,0-3 0,-2 4 0,-2 6 0,-5-2 0,-5 4 0,-1 1 0,0 0 0,-1 3 0,-2 8 0,-3 5 0,-2 4 0,3 1 0,-3 0 0,2 0 0,3 0 0,2 6 0,1 4 0,0 3 0,1 2 0,6-1 0,3 1 0,3 0 0,2 0 0,33-1 0,8 1 0</inkml:trace>
  <inkml:trace contextRef="#ctx0" brushRef="#br0" timeOffset="734">1162 103 11931,'-8'7'0,"-4"-4"0,7 7 0,1 0 0,4 4 0,0 1 0,0 0 0,0 1 0,0 4 0,0 6 0,0 7 0,0-1 0,0 9 0,0 3 0,0 4 0,4 1 0,3-7 0,-1-3 0,1-4 0,0-1 0,-4-3 0,2-3 0,1-10 0,-1-4 0,-10-51 0,4-20 0</inkml:trace>
  <inkml:trace contextRef="#ctx0" brushRef="#br0" timeOffset="1199">1162 221 11931,'0'-15'0,"0"7"0,2 2 0,2 6 0,-2 1 0,5 4 0,-2 5 0,-1 3 0,8 7 0,-2-1 0,3 1 0,1 1 0,1 2 0,0 6 0,0-1 0,-1-3 0,3 2 0,1-2 0,1 3 0,-1 1 0,-2-6 0,-1-2 0,0-1 0,0-1 0,2 1 0,0-7 0,-4-2 0,0-1 0,0-7 0,2 2 0,-2-5 0,-3-5 0,1-3 0,-6-6 0,-2-1 0,-1 0 0,-2 0 0,0 1 0,0-1 0,-2-5 0,-1 1 0,-2-1 0,2-1 0,-5 0 0,-1-5 0,0 1 0,-1-1 0,5-2 0,-3-1 0,0-1 0,-1 1 0,6 0 0,-3-1 0,1 1 0,0-1 0,0 1 0,5 1 0,0 4 0,0 4 0,0 4 0,0 1 0,0 7 0,2 1 0,2 7 0,-2 7 0,3 3 0,2-2 0,-3 2 0,1 13 0,-5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25.4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1 353 11822,'0'-14'0,"0"4"1,0 0 17,0 0-11,0 2 0,0 3 1,0 10-5,0 5 1,0 3 0,2 2 0,1-1-3,2 1 1,0 1-1,-5 4 1,1 5-2,4 2 0,-2 3 0,6 1 0,-3 3 0,-3 5 0,6 4 0,-1 1 0,0 0 0,-3 0 0,1 0 0,1 0 0,-1-1 0,1-4 0,-2-5 0,-5-8 0,0-1 0,1-7 0,4 1 0,-3-11 0,3-8 0,-4-8 0,-1-5 0,0-1 0,0-34 0,0-7 0</inkml:trace>
  <inkml:trace contextRef="#ctx0" brushRef="#br0" timeOffset="734">1 427 11884,'0'8'0,"2"-1"0,2-7 0,5 6 0,7 6 0,4 6 0,-4-2 0,5 3 0,-1-1 0,-1 2 0,6-2 0,-6 5 0,1-2 0,1-3 0,-4-2 0,2-1 0,-3 0 0,-1-5 0,0-1 0,-5-7 0,-2-2 0,-2-8 0,-1-5 0,-5-2 0,0 0 0,0 1 0,5-1 0,0-1 0,-2-2 0,-1-2 0,0-4 0,1 2 0,2-1 0,-2-3 0,4-1 0,-3-3 0,1 1 0,2-1 0,-5 1 0,4 0 0,-1 1 0,0 3 0,5 4 0,-5 6 0,-1 1 0,3-1 0,-4 2 0,7 3 0,-7 4 0,4 6 0,-7 6 0,0 4 0,0 3 0,0 2 0,0-1 0,0 1 0,0 0 0,0-1 0,0 3 0,0 2 0,0-1 0,0 7 0,0-1 0,0-1 0,1 10 0,3-2 0,2 3 0,2 2 0,-3 5 0,4-2 0,-1 4 0,0 1 0,-5 5 0,4-2 0,-2-3 0,-1-3 0,1-8 0,-5 1 0,0-5 0,0-4 0,0-9 0,2-8 0,3-1 0,-2-2 0,7-5 0,-5-7 0,5-2 0,1-5 0,9-46 0,3-12 0</inkml:trace>
  <inkml:trace contextRef="#ctx0" brushRef="#br0" timeOffset="1534">736 295 11884,'0'-9'0,"0"1"0,0 3 0,0 4 0,0-6 0,0 9 0,0 3 0,0 3 0,0 7 0,0-1 0,0 3 0,0 1 0,0 1 0,0-1 0,0 3 0,0 1 0,0 0 0,0 5 0,0 0 0,0 3 0,0-2 0,0-4 0,0 4 0,0-5 0,0 0 0,0-4 0,5 2 0,1-1 0,1-2 0,-1-2 0,1-6 0,-2-2 0,3 0 0,0 1 0,5-6 0,-3 2 0,3-4 0,2-1 0,-1 0 0,-4 0 0,0 0 0,1 0 0,3 0 0,0-1 0,1-4 0,0 3 0,-1-4 0,1 1 0,0 0 0,-1-2 0,1 4 0,0-2 0,0 2 0,-1-4 0,-1 1 0,-1-1 0,-2 1 0,-6-1 0,5 2 0,-3-4 0,4 0 0,-5 0 0,-2-3 0,4 4 0,-2-2 0,-2-1 0,-2 4 0,-27-12 0,-6 2 0</inkml:trace>
  <inkml:trace contextRef="#ctx0" brushRef="#br0" timeOffset="1900">751 574 11884,'-2'8'0,"-1"-1"0,-2-1 0,-2-4 0,2 3 0,4-2 0,-6 0 0,1 2 0,4 0 0,-9-7 0,6-3 0,0 2 0,5-7 0,6 1 0,4-4 0,3 3 0,2-3 0,0 4 0,-1 0 0,1-1 0,0 2 0,1-4 0,2 2 0,2-1 0,1-2 0,-3-2 0,1 1 0,-1-1 0,-1 5 0,-3 2 0,1 0 0,0 0 0,-5-1 0,-1 0 0,-5 2 0,2 7 0,-52 33 0,-11 8 0</inkml:trace>
  <inkml:trace contextRef="#ctx0" brushRef="#br0" timeOffset="2168">706 309 11884,'-9'-8'0,"-1"3"0,0 4 0,-5 1 0,9-2 0,6-3 0,1 2 0,9-5 0,3-1 0,5 1 0,0 3 0,5-3 0,0 0 0,0 0 0,-4 3 0,6-3 0,1 0 0,2-1 0,-4 6 0,-1-3 0,0 1 0,0 0 0,-5 0 0,1 5 0,-2 0 0,11-20 0,3-4 0</inkml:trace>
  <inkml:trace contextRef="#ctx0" brushRef="#br0" timeOffset="2500">1397 89 11884,'10'0'0,"0"0"0,-7 1 0,2 4 0,-3-1 0,-2 5 0,0 3 0,0 1 0,0 3 0,1 4 0,3 6 0,0 7 0,8-1 0,-2 9 0,3 3 0,1 4 0,1 7 0,-2-1 0,-1 2 0,-3-3 0,0 3 0,0-9 0,-4-3 0,-3-3 0,-2-10 0,0-1 0,0-9 0,0-5 0,-2-8 0,-3-3 0,4-3 0,-19-48 0,4-11 0</inkml:trace>
  <inkml:trace contextRef="#ctx0" brushRef="#br0" timeOffset="3134">1441 221 11884,'7'-15'0,"-1"1"0,6-1 0,-2 0 0,-7 5 0,3 1 0,1-3 0,0-1 0,4-2 0,-1 1 0,1-1 0,-3 5 0,2 0 0,2 1 0,1 1 0,1-4 0,1 6 0,0-1 0,-1 1 0,-4 1 0,0 5 0,2 0 0,-1 6 0,-1 4 0,-4 3 0,1 2 0,-6 4 0,4 3 0,-3 0 0,-2 5 0,0 0 0,0 1 0,-2 0 0,-3 1 0,2-8 0,-5 9 0,0-4 0,0-3 0,0 5 0,-4-6 0,2 3 0,-1-1 0,-2-6 0,-2 0 0,0-5 0,1-3 0,4-5 0,0 3 0,-1-1 0,-1-4 0,2-8 0,6-5 0,2-3 0,2-1 0,0-1 0,0 0 0,0 1 0,0-1 0,2 0 0,1 0 0,2 1 0,6-1 0,-1 0 0,3 1 0,2-1 0,-1 0 0,1 1 0,0 1 0,-1 1 0,1 4 0,0 1 0,0 2 0,-1 5 0,3 0 0,2 0 0,-2 7 0,4 3 0,-2 5 0,1 4 0,4 4 0,-4 6 0,0 1 0,1-1 0,-5 2 0,4 2 0,-5 3 0,-6 1 0,3-4 0,-7 1 0,-2-1 0,-1 1 0,-4-8 0,-3 2 0,-5-3 0,-3-2 0,-2-4 0,1 4 0,-1-2 0,0-3 0,-4-6 0,-1-3 0,1 1 0,-3-2 0,4-1 0,-5-7 0,1 0 0,-1 0 0,3-7 0,-4-4 0,-1-5 0,2-4 0,-3-4 0,7 4 0,1 0 0,1-1 0,3 5 0,1-4 0,3 4 0,5 1 0,3 0 0,22-19 0,4-5 0</inkml:trace>
  <inkml:trace contextRef="#ctx0" brushRef="#br0" timeOffset="3650">2250 250 11884,'0'-14'0,"-5"4"0,-2 2 0,-1 1 0,-2 4 0,-4 8 0,4 3 0,2 8 0,1 4 0,4 5 0,0 4 0,-1 5 0,0 5 0,0 4 0,4 6 0,4 2 0,2 1 0,2 3 0,2-2 0,5-3 0,-1-4 0,1-9 0,0-7 0,1-9 0,2-8 0,2-5 0,-1-4 0,-6-11 0,-1-6 0,-2-5 0,-1-13 0,6 0 0,-2-3 0,-3-2 0,1-5 0,-4 3 0,-1-1 0,1 0 0,-2 1 0,-5-1 0,0 5 0,0 3 0,-8 1 0,-5 3 0,-7 2 0,-3 6 0,-6 4 0,-5 5 0,-1 5 0,-1 4 0,5 1 0,-3 1 0,3 4 0,2 5 0,1 8 0,3 3 0,6 2 0,2 3 0,9 2 0,3 1 0,17 20 0,4 5 0</inkml:trace>
  <inkml:trace contextRef="#ctx0" brushRef="#br0" timeOffset="4300">2617 162 11884,'8'0'0,"-1"7"0,-7-4 0,0 7 0,0-5 0,0 5 0,0 1 0,0 2 0,2 3 0,1 4 0,2 5 0,-2 2 0,0 9 0,1 3 0,1 6 0,-2 4 0,0 3 0,0 5 0,2-2 0,-2-1 0,4-5 0,-2 2 0,-2-5 0,-1-9 0,3-6 0,0-6 0,-2-6 0,-1-9 0,-2-5 0,0-10 0,0-5 0,4 2 0,1-2 0,-1-1 0,2-2 0,1 0 0,1 3 0,-3-3 0,5 3 0,-1 4 0,6 1 0,0 3 0,-6 2 0,1 0 0,2 0 0,1 2 0,1 1 0,0 4 0,-5 1 0,4-5 0,-3 4 0,3-1 0,2 1 0,0 2 0,-1-4 0,-4-3 0,0-2 0,1 0 0,-2 0 0,-1-2 0,-2-3 0,-1 2 0,-5-7 0,0 7 0,0-10 0,0 11 0,-1-4 0,-4 6 0,3-2 0,-3-3 0,3-9 0,2-9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37.3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3087 11948,'10'5'0,"-1"0"0,3-1 0,-4 2 0,2-1 0,-5 0 0,4-5 0,1 0 0,5 0 0,0-5 0,-1 0 0,1 2 0,0 0 0,-1-1 0,1-1 0,0 0 0,-1 5 0,1 0 0,0 0 0,0-4 0,-1-1 0,1 1 0,0 3 0,-1 1 0,1 0 0,1-2 0,4-3 0,-2 4 0,5-4 0,0 1 0,0 0 0,-1 2 0,5-5 0,-3 2 0,2 1 0,7-6 0,1 3 0,-1-1 0,-2-3 0,0-1 0,2 1 0,1 1 0,-1-1 0,2 4 0,0 0 0,-3 3 0,-1-1 0,-1-5 0,-1 5 0,1 2 0,-1 1 0,0 0 0,1-1 0,-1-2 0,1 2 0,-1 0 0,0-1 0,1 0 0,-1 0 0,6-2 0,-1-1 0,-2 1 0,0-1 0,-3-3 0,0 5 1,1 1-1,-1-3 0,1 5 0,-3-3 0,-1 2 0,-1-2 0,-1 4 0,6-4 0,-1 3 0,1 2 0,-1-1 0,0-3 1,1-1-1,-1 2 0,1 0 0,-1 0 0,0-2 0,1 1 0,-1-2 0,1 1 0,-1 0 0,0-1 0,1 2 0,1-4 0,1 2 0,3 2 0,-1-2 0,-3 1 0,2 2 0,1 1 0,5 2 0,-4 0 0,-1 0 0,2 0 0,-4 0 0,8 0 0,-1 0 0,-2 0 0,1 5 0,-5 0 0,1-2 0,-1-1 0,4-2 0,1 0 0,1 0 0,0 0 0,-1 0 0,4 0 0,-1 0 0,0 0 0,5-5 0,-7 0 0,2 0 0,-2-2 0,3 6 0,-4-4 0,1 3 0,0 2 0,-5 0 0,6 0 0,-1 0 0,-2 0 0,1 0 0,-5 0 0,3 0 0,1 0 0,1 0 0,3 2 0,-4 1 0,-1 2 0,5 0 0,-2-5 0,2 0 0,-2 0 0,4 0 0,-4 0 0,3 0 0,2 0 0,0 0 0,1 0 0,-1-2 0,0-3 0,1 2 0,3-5 0,2 1 0,3 4 0,-6-3 0,2-1 0,-2 1 0,2-1 0,2 1 0,5 2 0,-4-2 0,-2-2 0,4 4 0,-3-2 0,1 1 0,4 0 0,-4 0 0,0 5 0,1 0 0,-1 0 0,0-5 0,4 0 0,-4 2 0,-1 1 0,2-3 0,-2-1 0,1-2 0,4-4 0,-5-1 0,-3 0 0,0 2 0,1 1 0,1 0 0,6-5 0,-4 1 0,-1-1 0,0 2 0,-2 2 0,3 1 0,0-2 0,-1 6 0,-6-1 0,3 2 0,1 0 0,5-1 0,-5 3 0,-2-2 0,-1 2 0,-2-4 0,2 0 0,1 1 0,2-1 0,0 1 0,-7 3 0,-1-4 0,-2-1 0,1 5 0,4-4 0,0 2 0,0 0 0,0 0 0,0 4 0,0-3 0,0 0 0,0-3 0,1 4 0,0-2 0,4 2 0,2-4 0,3 2 0,-5 0 0,-3-1 0,3 4 0,1-3 0,2 2 0,4-2 0,-4 2 0,0-5 0,1 1 0,-1 4 0,0-4 0,2 2 0,-3 0 0,-1-1 0,-4 4 0,5-3 0,-2 4 0,0 1 0,0 0 0,-5 0 0,0 0 0,0 0 0,5 0 0,0 0 0,-3 0 0,-5 0 0,1 0 0,-1 0 0,5-2 0,3-3 0,0 4 0,-4-4 0,3 3 0,1 2 0,5 0 0,-4 0 0,1 0 0,-1 0 0,-1 0 0,-3 0 0,2 0 0,1 0 0,0 0 0,-5 0 0,0 2 0,0 3 0,5-4 0,0 6 0,-3-2 0,-6 0 0,3-1 0,-4-2 0,4 1 0,1 2 0,0 0 0,0-5 0,0 0 0,0 0 0,0 5 0,0 0 0,0-2 0,0-1 0,1-2 0,-1 0 0,0 0 0,0 0 0,0 0 0,-2 0 0,1 0 0,1 0 0,-3 0 0,8 0 0,-5 0 0,-5 0 0,4 0 0,-4 0 0,3 0 0,2 0 0,-5 5 0,1 0 0,-1-2 0,-2-1 0,4-2 0,-5 0 0,0 0 0,0 0 0,3 0 0,-3 0 0,0 0 0,0 0 0,3 0 0,-3 0 0,2 0 0,3 0 0,-1-5 0,0 0 0,-4 0 0,-1-2 0,-2 6 0,5-4 0,-1 3 0,1 2 0,-4-5 0,5 0 0,1 2 0,-3 1 0,6 1 0,-4-2 0,2-2 0,-2 1 0,3 3 0,-3 1 0,2 0 0,-2 0 0,2 0 0,-5 0 0,2-2 0,3-3 0,-1 4 0,1-4 0,-3 1 0,-2 0 0,0 2 0,-2-3 0,4 2 0,-1-2 0,-1 3 0,-7-3 0,2 4 0,4 1 0,-4 0 0,3 0 0,-1 0 0,1 0 0,-5 0 0,4 0 0,-3 0 0,1 0 0,0 0 0,-5-2 0,-2-1 0,2-2 0,1 0 0,-3 5 0,-4 0 0,-4 0 0,-1 0 0,-1 0 0,1 0 0,0 0 0,-5-5 0,-1 0 0,3 2 0,-4 1 0,2 2 0,-7 0 0,4 0 0,-9 0 0,-3 0 0,2-1 0,-7-4 0,5 3 0,-5-3 0,5 2 0,-4-2 0,4 3 0,-5-2 0,0-11 0,-5-1 0</inkml:trace>
  <inkml:trace contextRef="#ctx0" brushRef="#br0" timeOffset="2202">5234 192 12080,'0'-15'0,"-5"5"0,-2 0 0,1-1 0,-3 0 0,1 1 0,0-3 0,-3 3 1,1-3 0,2 3 0,-4 0 3,2-1 0,6-1 0,-5 1 1,3 1 1,1 5 4,5-5-2,0 7-3,0-3-3,0 6 0,2 0-2,3 0 1,-4 1-1,4 4 0,-3 5 0,-1 3 0,3 2 0,0 1 0,0 4 0,-3 3 0,-1 6 0,0 2 0,0 3 0,0 4 0,0 8 0,0 3 0,0 4 0,0 6 0,0 7 0,0 5 0,0 6 0,0 8 0,0-3 0,2 1 0,3 0 0,1-6 0,6 2 0,-2-4 0,1-2 0,-3-6 0,2-3 0,0-2 0,-2 2 0,3 1 0,-6 3 0,0-4 0,2-3 0,-6 4 0,4 5 0,-3 5 0,-2 4 0,0 1 0,0-2 0,0 5 0,0 4 0,0 1 0,2 0 0,1 1 0,2-1 0,5-2 0,-4 1 0,2-4 0,4-3 0,-4 0 0,2-16 0,1-4 0,2-4 0,-3 4 0,0-7 0,0-6 0,-2-5 0,3-1 0,-4 7 0,-1 1 0,1-2 0,4 4 0,-3-1 0,2 1 0,0-1 0,0 4 0,3-3 0,-2 0 0,-1-1 0,-2 1 0,4-2 0,-4 3 0,-2 0 0,4-1 0,-3-5 0,-1 1 0,1 2 0,-1 5 0,-2-5 0,0-2 0,0-1 0,-3 3 0,1 0 0,1-3 0,2-5 0,0-5 0,-5-7 0,0 0 0,0 1 0,0-6 0,-2-1 0,-1 0 0,-2 0 0,0-3 0,5 4 0,0 2 0,0 2 0,0 3 0,0 2 0,2 3 0,3 1 0,-3 1 0,2 1 0,0-5 0,1-3 0,-4-1 0,6 1 0,-2 0 0,0-2 0,-1-3 0,-2-11 0,1 0 0,2-1 0,0 1 0,-5 0 0,0-6 0,0 1 0,0-5 0,0 5 0,0 1 0,0 2 0,0 2 0,0 0 0,0 1 0,0 2 0,2 2 0,3-2 0,-2-2 0,5-1 0,-1-1 0,2 1 0,-2-2 0,1-3 0,-3 1 0,5-6 0,-7 0 0,4-11 0,-7-4 0,0-3 0,0-2 0,1 2 0,3 2 0,0 1 0,1 5 0,-3-3 0,3 1 0,10-11 0,7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47.8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15 544 12094,'6'9'4,"-4"-3"0,5-4 5,-7 3-4,0-4 0,-2 6 3,-3-7-1,3 0-4,-4 0 0,4 0 2,-3 0-2,4 0-3,-6 0 1,7 6-1,0 4 1,0 3-1,0 2 0,5 0 0,2-1 1,-1 3-1,1 2 0,4-1 0,1 5 0,4 0 0,4 0 0,1 0 0,-3 1 0,1-3 0,-1 1 0,0-6 0,0 4 0,2-4 0,-2-1 0,-4-1 0,-2-1 0,-2-1 0,1-2 0,-3-7 0,2 2 0,-7-4 0,4-2 0,-5-4 0,1-5 0,2-3 0,0-2 0,-5-1 0,0-4 0,0-4 0,5 1 0,-1-1 0,0-3 0,-3 0 0,-1-3 0,0 1 0,0 1 0,0 4 0,0-3 0,0 6 0,0-2 0,0 5 0,0-1 0,0 2 0,-6 9 0,3 2 0,-7 6 0,6 1 0,0 4 0,2 5 0,2 3 0,0 2 0,0 0 0,0-1 0,5 1 0,1 0 0,3-1 0,2 1 0,2 5 0,2-1 0,-1-1 0,1-1 0,0-3 0,1 1 0,2 0 0,2-1 0,-1-4 0,-4-2 0,0-1 0,-1-4 0,-4-1 0,0-2 0,1 0 0,1-7 0,-2-3 0,-5-4 0,-4-6 0,-1 2 0,0-5 0,0 0 0,0 1 0,0-3 0,0-3 0,0 2 0,0 2 0,-6 6 0,-2-2 0,-2 2 0,0-1 0,0 2 0,-5-2 0,1 2 0,-1 3 0,7 5 0,3 3 0,10 6 0,5 0 0,-2 5 0,2 0 0,1-2 0,22 12 0,6 1 0</inkml:trace>
  <inkml:trace contextRef="#ctx0" brushRef="#br0" timeOffset="466">853 368 12202,'5'-10'0,"0"0"0,-1 1 0,-4-6 0,0 0 0,-1 2 0,-4 3 0,3 2 0,-4 3 0,-1-4 0,6 0 0,-4 0 0,3-1 0,9 3 0,2 7 0,4 8 0,-3 5 0,0 4 0,2 2 0,1 6 0,1 8 0,1 1 0,0-1 0,-1-2 0,1 3 0,-2 0 0,-1-1 0,-3-2 0,0-3 0,2-2 0,-3-3 0,-1-2 0,2-6 0,-2-7 0,1-2 0,-3-3 0,3-7 0,0-8 0,1-6 0,-6-5 0,3-6 0,1 0 0,-12-60 0,4 38 0,0-1 0</inkml:trace>
  <inkml:trace contextRef="#ctx0" brushRef="#br0" timeOffset="667">1014 30 12202,'-14'-8'0,"4"-4"0,0 7 0,-1 2 0,-2 2 0,-2 1 0,0 0 0,7 0 0,2 1 0,7 2 0,4 2 0,3 5 0,7-3 0,0-1 0,-1 1 0,-1-1 0,-1-2 0,-2 0 0,1 0 0,2-1 0,2 0 0,0 2 0,-1-2 0,1 6 0,19 12 0,5 10 0</inkml:trace>
  <inkml:trace contextRef="#ctx0" brushRef="#br0" timeOffset="1216">1279 192 12202,'0'-15'0,"-2"7"0,-1 1 0,-2 1 0,0 4 0,5-4 0,0 7 0,2 4 0,3 5 0,5 3 0,-1 7 0,5 1 0,2 2 0,0 3 0,1 2 0,-3 1 0,1 0 0,0 1 0,-6-2 0,1-4 0,0-3 0,-2 0 0,-1-9 0,-7 3 0,0-2 0,0-7 0,-5-1 0,0-10 0,2-5 0,-4-3 0,2-3 0,2-4 0,1-4 0,2-4 0,0-1 0,0-1 0,0 1 0,0 0 0,0-1 0,0 1 0,0-1 0,0 3 0,0 0 0,0 5 0,0 0 0,5 3 0,2 4 0,1 0 0,2 7 0,4 3 0,1 4 0,-5 7 0,0 4 0,1 5 0,2 4 0,5-2 0,0 4 0,-1 0 0,0 4 0,1-1 0,-3 2 0,0 2 0,0-2 0,-2 2 0,-2 5 0,-1 1 0,1-1 0,-4-2 0,-1-2 0,-1 0 0,0 1 0,0-1 0,-5-1 0,0-4 0,0-4 0,0-9 0,0-1 0,0-8 0,0-2 0,0-7 0,0-7 0,0-1 0,0-45 0,0-12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51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 12345,'0'14'0,"0"-4"0,0 0 0,0 1 0,0-3 0,0 2 0,-5 0 0,0 5 0,-2-2 0,4-2 0,-2-1 0,0 0 0,5 5 0,0-1 0,0 1 0,0 0 0,0-1 0,0 1 0,0 0 0,0 6 0,0 2 0,0 1 0,0 1 0,0-1 0,0 6 0,0-1 0,0 1 0,0 1 0,0 3 0,0 5 0,0 4 0,0 1 0,0 1 0,0 4 0,0 5 0,5-3 0,0-2 0,-2-2 0,-1 2 0,3-3 0,1 3 0,1-3 0,-1-2 0,4 0 0,-3 0 0,1 0 0,3 0 0,-4 0 0,-2 2 0,-2 1 0,2 2 0,-3 2 0,3-2 0,-4 3 0,-1 1 0,2-3 0,1-6 0,2 2 0,-2 3 0,-1-3 0,-2 3 0,2-4 0,2 0 0,0-1 0,4 0 0,-2 0 0,-2 0 0,2-2 0,1-1 0,-1-2 0,1 2 0,3 0 0,-6-2 0,1-4 0,2-4 0,-4 3 0,5 0 0,-1-1 0,-4-2 0,4-2 0,-2 1 0,-2-1 0,-2 0 0,-1 1 0,0 1 0,0 2 0,0 1 0,0 2 0,0-4 0,0 3 0,0-3 0,0-1 0,-1 1 0,-2 0 0,-2 2 0,0 2 0,5-3 0,0 3 0,0 2 0,0-4 0,1 3 0,3-1 0,1-3 0,1 1 0,-3-3 0,2-1 0,-1 2 0,-3-7 0,1 4 0,1 1 0,2 2 0,0 1 0,-5 5 0,0-2 0,0-4 0,0 4 0,0-2 0,0 1 0,0 1 0,0 0 0,0 4 0,0-2 0,0-2 0,0 5 0,0-4 0,0 2 0,0 1 0,0-6 0,0 4 0,0-1 0,0 1 0,0-6 0,0 3 0,0-4 0,0-2 0,0 5 0,0 1 0,0-3 0,0-1 0,0 4 0,0-1 0,0 0 0,0 2 0,0-5 0,0 4 0,0-4 0,0-2 0,0 5 0,0 1 0,0-3 0,0-1 0,0-1 0,0-1 0,0 0 0,0 1 0,0-1 0,0 1 0,0-1 0,0 0 0,5-4 0,0-1 0,-2 1 0,-1-2 0,-2 5 0,0-6 0,0 3 0,0-1 0,0 1 0,1 3 0,2-2 0,2-2 0,0 1 0,-5 3 0,0-4 0,0-4 0,0 1 0,0-1 0,0-1 0,0 2 0,0-9 0,0 2 0,0 0 0,0-1 0,2-4 0,1 1 0,2 2 0,0 1 0,-5 1 0,0 3 0,0 2 0,5-2 0,0 2 0,-2-2 0,-1-3 0,-1 6 0,3 1 0,0 0 0,0 1 0,-3-1 0,-1-3 0,2 3 0,3 2 0,-3-5 0,2 1 0,-2-1 0,-2 2 0,0-4 0,0 6 0,0-3 0,0 1 0,0-1 0,0-4 0,0 0 0,-2-1 0,-2 1 0,2 0 0,-5 0 0,7-7 0,0-8 0,7-8 0,-5-2 0,4 2 0,1 1 0,-6 1 0,4 1 0,-2 3 0,2-3 0,-3 3 0,4-4 0,-6-2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58.3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42 12253,'13'-6'0,"-3"-4"0,-4 2 0,-6-2 0,0 7 0,0-2 0,0 10 0,0 5 0,0 3 0,0 1 0,0 3 0,0 2 0,0-2 0,0 4 0,0 0 0,0 4 0,2 2 0,1 5 0,3 2 0,3 5 0,-4 5 0,3 5 0,0 7 0,0 6 0,2 10 0,5 8 0,-1 1 0,1 4 0,0 2 0,-1 3 0,1-1 0,0 0 0,-2 0 0,-2-10 0,-1-2 0,1-2 0,3-3 0,-1-4 0,-2-4 0,-1-4 0,0-1 0,3 2 0,-2 1 0,-1 1 0,-5 1 0,3-4 0,0 2 0,0 2 0,-3 5 0,3-4 0,1 2 0,-1 3 0,-5-3 0,2 3 0,-3 2 0,-2 0 0,0 3 0,0-9 0,0 1 0,0 3 0,0 0 0,0-1 0,0-6 0,0-2 0,-5-7 0,0-2 0,1-1 0,3-4 0,1-1 0,0-1 0,0 3 0,0 1 0,1 5 0,3-5 0,2 0 0,2 1 0,-3-2 0,5 6 0,0-1 0,-2 0 0,4 4 0,-8-5 0,1 2 0,2 0 0,-4 0 0,5 3 0,-1-2 0,-4-1 0,-1-6 0,-2 2 0,0-1 0,0 0 0,0-5 0,0-6 0,0 0 0,0-1 0,1-3 0,3 4 0,2 0 0,2-1 0,-3 2 0,5 7 0,1 1 0,3 2 0,-5 5 0,1-3 0,0 0 0,-2-1 0,3 6 0,-4-4 0,0 0 0,-1-3 0,-1-3 0,-5 0 0,2-1 0,3 0 0,-4 2 0,4-9 0,-3-1 0,-2-3 0,0 2 0,0-1 0,-2-3 0,-3-1 0,4-1 0,-4 1 0,3 1 0,2 3 0,0-1 0,0-5 0,0 1 0,0-1 0,5 1 0,1-1 0,1-1 0,-1-4 0,6 2 0,-4-6 0,0-2 0,-3-2 0,2-1 0,-2 0 0,6-7 0,-9-2 0,4-7 0,-6-4 0,0 2 0,0-7 0,-1 2 0,-3-4 0,-1 2 0,0 1 0,-1-19 0,-2-3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8:54.7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80 12129,'-1'9'13,"-3"-3"2,-1 1 0,-6-4-3,1 7 1,4-5 0,-1 4-3,1 3 1,4 1-1,-3 2-6,3-1 1,2 6 0,2 0 0,1-1-4,2 2 1,7-3 0,-4 5 0,2 0-2,-1 0 0,1 1 0,3 6 0,-1-2 0,-3-4 0,0 4 0,0-4 0,-2 3 0,0-3 0,-4 4 0,5-5 0,-2-1 0,-2-2 0,-3 1 0,-1-1 0,0-2 0,0-8 0,0-10 0,-6-48 0,-2-15 0</inkml:trace>
  <inkml:trace contextRef="#ctx0" brushRef="#br0" timeOffset="434">44 227 12267,'0'-9'0,"-2"0"0,-2 3 0,2-1 0,-5 4 0,1-2 0,4-1 0,-3 1 0,-1 2 0,1-7 1,0 5 0,7-3 1,3 1 1,-2-4-1,7 1 1,1-2-3,2 3 1,2-4-1,0 3 1,-1-2-1,1 3 0,4-3 0,3 6 0,-1-1 0,0 1 0,5 1 0,-3 5 0,2 1 0,-1 4 0,-4 3 0,3 9 0,-2 1 0,-3 1 0,-2 7 0,-3 1 0,-1 4 0,-3 3 0,-5 5 0,1-5 0,-4 1 0,-1 1 0,-6 1 0,-4 7 0,-3-1 0,-2-4 0,-4 3 0,-1-4 0,2-1 0,2-2 0,-4 1 0,0-2 0,3-1 0,0-2 0,4-4 0,2-2 0,3-5 0,1-4 0,-4-1 0,7-9 0,-4-6 0,2-8 0,2-5 0,3-2 0,1-1 0,0-2 0,0-2 0,0-1 0,0 3 0,0-1 0,0 1 0,19-18 0,6-4 0</inkml:trace>
  <inkml:trace contextRef="#ctx0" brushRef="#br0" timeOffset="917">588 227 12281,'-15'0'0,"1"0"0,1 2 0,1 1 0,2 2 1,7 0 1,-4 2-2,7 2 0,2 5 0,1 0 0,4 1 0,1 0 0,7 1 0,4 2 0,-1 2 0,-1-2 0,2 3 0,1-2 0,-2-1 0,-2-1 0,-1-3 0,0 1 0,-1 0 0,1-1 0,-2-4 0,-3 0 0,-5 1 0,-4 3 0,-2-1 0,-4-4 0,-5-4 0,-3-3 0,-2-2 0,1 0 0,-1-2 0,0-3 0,5 2 0,1-7 0,-3-3 0,-1-5 0,3 2 0,2-5 0,2 1 0,2 1 0,3-8 0,2 3 0,4-2 0,5 1 0,3-2 0,2 2 0,1-1 0,4 1 0,1-6 0,5 5 0,-1 0 0,1-2 0,1 5 0,4 1 0,1-1 0,-3 0 0,10 5 0,-8-3 0</inkml:trace>
  <inkml:trace contextRef="#ctx0" brushRef="#br0" timeOffset="1534">1191 22 12284,'-2'-8'0,"-3"3"0,2 5 0,-7 3 0,-1 2 0,2 6 0,1-1 0,0 3 0,0 2 0,0 4 0,-4 3 0,4 2 0,2 7 0,-4 0 0,5 8 0,0 1 0,-1-3 0,4 4 0,-3-7 0,5-3 0,5-5 0,-2-4 0,5-8 0,0-1 0,1-3 0,0-3 0,6-11 0,0-5 0,0-1 0,-2-11 0,-2-1 0,-1-2 0,-2 1 0,3 0 0,-2 0 0,-3 0 0,-1 4 0,-3-6 0,1 1 0,2 1 0,0 0 0,-5 5 0,0-3 0,0-2 0,-2 0 0,-1-1 0,-2 4 0,2 4 0,-4 1 0,2 0 0,0 2 0,-1 4 0,4-5 0,-9 14 0,6 0 0,2 9 0,1 4 0,4 3 0,1 2 0,2 2 0,1 6 0,-1 0 0,3 5 0,0 3 0,6 5 0,-5-3 0,4 2 0,2 3 0,0-4 0,0 1 0,-1-2 0,1-4 0,0-7 0,-1-5 0,-1-4 0,-3-1 0,3-7 0,-3-3 0,3-4 0,0-7 0,-1-4 0,-4-5 0,-2-4 0,-7-50 0,-7-18 0</inkml:trace>
  <inkml:trace contextRef="#ctx0" brushRef="#br0" timeOffset="2234">1455 66 12284,'2'-10'0,"3"0"0,-4 0 0,6-4 0,-7 6 0,0 3 0,0 10 0,0 4 0,0-1 0,0 2 0,0 2 0,0 1 0,0 3 0,2 2 0,1 3 0,2 2 0,1 2 0,-2 6 0,2 3 0,2 5 0,0 4 0,4-1 0,-2-1 0,1-2 0,2-1 0,2-1 0,0-7 0,-1-9 0,1-6 0,0-4 0,-1-1 0,1-13 0,-2-2 0,-2-7 0,-1-2 0,-2-8 0,4-2 0,-2-4 0,1-1 0,-4-1 0,-1 1 0,-1-1 0,0 1 0,2 0 0,-4-1 0,2 1 0,-2-1 0,-1 1 0,-4 1 0,-1 2 0,-2 2 0,-7 6 0,3-2 0,-5 10 0,0 5 0,1 5 0,3 5 0,5 5 0,3 3 0,2 2 0,0 1 0,0 4 0,5-2 0,2 6 0,1 2 0,3 2 0,2 2 0,2-1 0,2 0 0,2 1 0,-3-1 0,4-1 0,-4-4 0,-1-4 0,0-4 0,-1-3 0,1-3 0,0-5 0,0-5 0,-2-5 0,-4-5 0,3-8 0,-6-3 0,1-2 0,-1-3 0,-1-2 0,-5-1 0,0 0 0,0-1 0,0 1 0,0-1 0,0 1 0,0 0 0,-1 4 0,-4 1 0,-5-1 0,-3 2 0,3 4 0,0 7 0,-1 2 0,-2-1 0,-2 5 0,0 1 0,2 5 0,4 5 0,2-2 0,7 7 0,13 25 0,3 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01.5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15 868 12240,'0'-10'0,"0"0"0,-1 7 0,-4-2 0,3 4 0,-4 1 0,6 1 0,0 4 0,0 5 0,6 3 0,4 2 0,3 1 0,2 4 0,-1 2 0,1 9 0,2 4 0,2 4 0,-1 3 0,7 4 0,-1 2 0,-1 1 0,3 1 0,-5-4 0,1-2 0,-1-6 0,-3-11 0,-7-5 0,-3-4 0,-1-5 0,-2-9 0,-5-4 0,0-9 0,0-4 0,0-2 0,0 0 0,0 5 0,0 1 0,0-3 0,0-1 0,0-2 0,0 1 0,0-1 0,0 0 0,1 1 0,4-1 0,5 0 0,3 1 0,-3-3 0,0-1 0,1-1 0,2 1 0,7 1 0,-1 3 0,-1-1 0,-1 0 0,-3 2 0,1 2 0,0 1 0,0-1 0,-1 4 0,-1 0 0,-3 1 0,-3 4 0,-7-6 0,0 3 0,0 4 0,-7 1 0,-1 8 0</inkml:trace>
  <inkml:trace contextRef="#ctx0" brushRef="#br0" timeOffset="434">706 780 12240,'-10'10'0,"2"-1"0,0 3 0,0 1 0,5 6 0,-2 3 0,3 1 0,2 3 0,0 6 0,2 4 0,3 0 0,4 0 0,5 0 0,2-5 0,2 0 0,1-3 0,6-13 0,-5-2 0,-1-5 0,2-5 0,-4-13 0,2-8 0,-2-6 0,-3-7 0,-1-7 0,-1 2 0,-4-1 0,-1-4 0,-3-2 0,-4 1 0,0 3 0,0 4 0,-1 4 0,-4 2 0,-7 1 0,-6 4 0,-3 3 0,-5 7 0,2 5 0,-2 4 0,-2 3 0,-2 4 0,3 3 0,2 4 0,4 6 0,6 5 0,0 4 0,1 4 0,6 6 0,3 1 0,3-1 0,2 2 0,0-5 0,2 3 0,3-3 0,4-1 0,4-7 0,48-22 0,11-11 0</inkml:trace>
  <inkml:trace contextRef="#ctx0" brushRef="#br0" timeOffset="884">1265 398 12240,'8'-7'0,"0"-1"0,-5-7 0,2 0 0,-6 7 0,-9 3 0,-3 4 0,-2 1 0,2 1 0,2 4 0,1 5 0,0 3 0,-5 2 0,1 1 0,-1 4 0,0-2 0,1 6 0,-1 2 0,0 2 0,0 2 0,1-1 0,1 0 0,3 1 0,-3 6 0,5 1 0,-1 2 0,5 1 0,2-13 0,2 1 0,2-5 0,2-5 0,5-8 0,5-5 0,3-5 0,2-5 0,-1-5 0,7-10 0,1-4 0,2-4 0,-4 4 0,1 1 0,1 0 0,2 0 0,-6 7 0,-2-1 0,-4 8 0,-1 2 0,0 2 0,-2 7 0,-3 3 0,-6 4 0,-2 6 0,-2 5 0,-2 6 0,-2 7 0,-5-1 0,-5 6 0,-3-1 0,-2 1 0,1 1 0,-5 4 0,2-4 0,3-5 0,1-3 0,3-1 0,-1-1 0,0 0 0,1-1 0,1-3 0,3-6 0,3-7 0,9-6 0,3-4 0,-4-5 0,21-41 0,9-19 0,-3-1 0,1-1 0</inkml:trace>
  <inkml:trace contextRef="#ctx0" brushRef="#br0" timeOffset="1300">1691 236 12240,'10'-15'0,"0"0"0,-7 1 0,2-1 0,-10 7 0,-5 3 0,-3 3 0,-2 2 0,1 7 0,-1 1 0,0 2 0,1 0 0,-1 1 0,0 7 0,0 2 0,1-2 0,-1 0 0,0 1 0,1 4 0,-1 0 0,2 5 0,1-4 0,4 4 0,2 1 0,-4 1 0,5 1 0,2 1 0,1 3 0,2 1 0,2-5 0,3 0 0,5-3 0,3-9 0,1-1 0,3-5 0,2-3 0,4-7 0,6 0 0,-1-4 0,-3-4 0,3-6 0,-4 1 0,2-3 0,-1-2 0,1 0 0,-7 2 0,1 3 0,1 5 0,-9 4 0,2 1 0,-1 0 0,-6 1 0,-2 6 0,-5 6 0,-5 5 0,2 8 0,-9-1 0,-2 2 0,-4 3 0,-7 4 0,4 0 0,-2 1 0,-3 1 0,3-4 0,-2 6 0,1-2 0,1-3 0,2-7 0,6-4 0,0 0 0,1-4 0,6-10 0,3-8 0,29-33 0,9-14 0</inkml:trace>
  <inkml:trace contextRef="#ctx0" brushRef="#br0" timeOffset="2750">2367 236 12184,'2'-15'0,"1"0"0,4 1 0,1-1 0,-5 0 0,2 1 0,2-1 0,-3 0 0,0 1 0,-3-1 0,-1 0 0,0 1 0,0-1 0,0 0 0,0 5 0,-1 2 0,-4 2 0,2 1 0,-7 5 0,-2 0 0,4 1 0,0 4 0,0 5 0,0 3 0,4 2 0,-1 1 0,2 2 0,-2 2 0,4 6 0,-4-2 0,3 4 0,2 1 0,5 3 0,2 0 0,1 6 0,3 4 0,2 1 0,2 11 0,0 1 0,-1 2 0,6 9 0,-2 1 0,-3 0 0,-4-4 0,-3 3 0,2-1 0,-3 2 0,-1 3 0,-3 2 0,5 1 0,-1 1 0,-4-1 0,5 7 0,1 2 0,0 0 0,1-4 0,0 2 0,5-1 0,-1-1 0,1 2 0,0-10 0,0 4 0,-1-2 0,1-1 0,-5 0 0,-2-1 0,-2 0 0,-2-5 0,-3-2 0,1-5 0,1 1 0,2 0 0,0-2 0,-3-1 0,1-4 0,2-1 0,1 2 0,-2-4 0,2-1 0,2-2 0,-3-2 0,3 1 0,1 3 0,-1 1 0,-3 0 0,3-5 0,-2-2 0,-2-3 0,2 6 0,-1-5 0,-2 4 0,-1-1 0,3-2 0,0 3 0,-2 0 0,-1 0 0,-2 0 0,0 0 0,0 0 0,0 0 0,0 2 0,0 2 0,0 1 0,0-2 0,0-1 0,0-1 0,0 4 0,0 5 0,0-3 0,1-2 0,3-5 0,0-5 0,1 4 0,-5-4 0,2 2 0,3-2 0,-4 3 0,6-4 0,-2 3 0,0 3 0,0-8 0,-5 8 0,0-3 0,0-4 0,0 7 0,0-1 0,0 4 0,0 1 0,0-3 0,0-1 0,0 0 0,0 1 0,0-6 0,0-2 0,0 1 0,0-1 0,0-2 0,1 4 0,3 2 0,1 1 0,4-3 0,-2 1 0,-1 0 0,1 3 0,-1-1 0,-2-2 0,1-4 0,-2-1 0,-1-2 0,-2 5 0,0-4 0,0-6 0,0 1 0,0-4 0,0 2 0,0 3 0,0-6 0,0-1 0,0-2 0,0-3 0,0 4 0,0-3 0,0-1 0,0-2 0,0-1 0,0 0 0,0 0 0,0-6 0,0 1 0,0 0 0,1-2 0,4-3 0,-3-3 0,11-35 0,-5-8 0</inkml:trace>
  <inkml:trace contextRef="#ctx0" brushRef="#br0" timeOffset="4300">1059 3323 12165,'0'-15'0,"0"7"10,0 1 0,0 7-8,0 0-2,0-6 0,0-2 0,0-7 0,0 0 0,0 1 0,0 4 0,0 0 0,0 5 0,0-5 0,2 7 0,3-2 0,-2 3 0,7 2 0,-1 0 0,6 0 0,0 0 0,0 0 0,-1 0 0,1 0 0,0 0 0,1 0 0,2 0 0,3 0 0,2 0 0,-3 0 0,2 0 0,0 0 0,-4 0 0,3 7 0,0 1 0,0 2 0,1 0 0,-3 0 0,-4 3 0,0-2 0,-1-1 0,-4-2 0,0 3 0,1-2 0,2-3 0,-3 4 0,0-5 0,1-2 0,2-1 0,2-2 0,0 0 0,0 0 0,-1-2 0,1-1 0,0-2 0,-1-5 0,1 4 0,0-3 0,-1-2 0,1 4 0,0 1 0,0 1 0,-1 0 0,-4-1 0,0 2 0,1-1 0,2 2 0,2 0 0,0 0 0,-1-2 0,0-2 0,-3 4 0,-1-2 0,1 2 0,1-1 0,-1 1 0,-1-2 0,1 2 0,-1 0 0,3 0 0,3-2 0,2-5 0,-3 5 0,0 2 0,0 1 0,4 0 0,1-1 0,-2-2 0,-2 2 0,-1 1 0,-1 2 0,1 0 0,0 0 0,0 0 0,-1 0 0,1 0 0,0 0 0,-1 0 0,1-1 0,0-4 0,-1 3 0,1-3 0,0 4 0,0-1 0,-1-1 0,1-2 0,0 2 0,-6-1 0,1 1 0,2-2 0,1 2 0,-3 0 0,-1-1 0,3-1 0,1-1 0,2 3 0,-1-2 0,-4 0 0,0 5 0,1 0 0,-3 0 0,2 0 0,-5 0 0,5 0 0,-7 1 0,4 3 0,-1 1 0,-2 4 0,5-4 0,-4 5 0,5-5 0,1-2 0,-2-1 0,0-2 0,1 0 0,5 0 0,0 0 0,-1 0 0,1-2 0,0-3 0,-5 4 0,-1-4 0,-4 3 0,5 2 0,-7 0 0,4 0 0,-6 0 0,4 0 0,-3 0 0,5 0 0,-7 0 0,1 0 0,4 0 0,-3 7 0,4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25.348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353 486 12308,'8'-7'0,"-1"-1"0,-7-6 0,-2 4 0,-3 0 0,-2 5 0,-4-3 0,1 1 0,5 2 0,-4 5 0,5 7 0,-1 3 0,4 3 0,1 3 0,-2 2 0,-1 3 0,-2 2 0,0 7 0,5 4 0,0 0 0,0 2 0,0 2 0,2 6 0,1 0 0,2 0 0,0-1 0,-5-3 0,0-2 0,0-2 0,0-2 0,0-6 0,0-4 0,0-4 0,0-4 0,0-1 0,-2-5 0,-3 0 0,4-7 0,-6 2 0,7-10 0,0 2 0,0-7 0,0 5 0,0-5 0,0 5 0,0-5 0,7-19 0,1-10 0</inkml:trace>
  <inkml:trace contextRef="#ctx0" brushRef="#br0" timeOffset="533">74 545 12308,'-9'1'0,"3"3"0,-1 2 0,-2 2 0,0-4 0,0 1 0,4-4 0,-5-1 0,7 0 0,-4-1 0,7-4 0,5 1 0,2-4 0,1 0 0,3 0 0,4 3 0,3-3 0,3 0 0,2-1 0,-4 1 0,4-3 0,0 1 0,0-1 0,2 2 0,4 1 0,0 0 0,1 0 0,-1 3 0,1-3 0,-1 0 0,0 0 0,-4 4 0,-2-2 0,-2 1 0,-3 0 0,-2 0 0,-1 5 0,-7 0 0,-1 0 0,-9 5 0,-1 2 0,-2 1 0,0-5 0,-21 10 0,-7-5 0</inkml:trace>
  <inkml:trace contextRef="#ctx0" brushRef="#br0" timeOffset="1015">588 868 12308,'-10'0'0,"0"0"0,7 0 0,-5 2 0,5 3 0,-2 4 0,0 0 0,5 0 0,0 3 0,2 1 0,2 2 0,5-6 0,5 0 0,1-3 0,0-3 0,-1-3 0,1-3 0,1-3 0,4-3 0,-4 0 0,4-6 0,-4 0 0,-1 1 0,-2-1 0,-3 0 0,-5 0 0,-4 1 0,-2-1 0,-4 0 0,-8 7 0,-8 3 0,-2 4 0,-3 1 0,-2 0 0,-2 1 0,1 4 0,0 5 0,4 3 0,2 2 0,2-1 0,3 1 0,3 0 0,6 0 0,4-1 0,3 1 0,2-5 0,2-2 0,3 0 0,4 0 0,4-4 0,61-31 0,14-13 0</inkml:trace>
  <inkml:trace contextRef="#ctx0" brushRef="#br0" timeOffset="1433">1044 280 12308,'0'-15'0,"0"1"0,0-1 0,0 5 0,0 0 0,0 6 0,0-6 0,0 7 0,0-2 0,0 10 0,0 4 0,-5 6 0,0 3 0,2 3 0,1 2 0,2 6 0,0 9 0,0 3 0,0 5 0,0 3 0,0 0 0,0 6 0,0 7 0,0-1 0,0 2 0,2-4 0,3-5 0,-4-5 0,4-8 0,-3-5 0,-2-5 0,0-5 0,1-13 0,3-2 0,1-1 0,-1-6 0,-4 0 0,0-8 0,0-5 0,0-5 0,-1-1 0,-4 0 0,3 1 0,-30-47 0,-1-11 0</inkml:trace>
  <inkml:trace contextRef="#ctx0" brushRef="#br0" timeOffset="1632">853 677 12301,'-10'0'0,"0"0"0,-1 0 0,-2 0 0,6 0 0,7 0 0,8 0 0,5-5 0,4-1 0,2-1 0,6 1 0,2-4 0,1 3 0,-2 1 0,-1-1 0,-1-3 0,6 5 0,-3 1 0,-2-3 0,1 5 0,-5-2 0,1 2 0,-1 2 0,3 2 0,-4 1 0,-2 2 0,-2 32 0,-1 4 0</inkml:trace>
  <inkml:trace contextRef="#ctx0" brushRef="#br0" timeOffset="2100">1441 721 12301,'-2'-13'0,"-3"2"0,-5 1 0,2 7 0,-2-2 0,-1 3 0,-2 2 0,-2 0 0,0 0 0,1 0 0,-1 2 0,0 3 0,1 4 0,-1 6 0,2 3 0,1 3 0,3 2 0,0 2 0,-2 4 0,3-1 0,1-4 0,2 2 0,5-6 0,0-2 0,0-2 0,2-6 0,3-2 0,5-1 0,3-4 0,2-3 0,-1-5 0,3-5 0,2-3 0,-3-3 0,2-2 0,-5-3 0,-3-2 0,0 5 0,3-3 0,-1 1 0,-3 1 0,-5-1 0,1 5 0,-4 1 0,-1-1 0,0 0 0,-1 7 0,-3 5 0,-1 6 0,0 5 0,5 7 0,0 1 0,0 4 0,0-2 0,0 5 0,0-2 0,0-3 0,2 3 0,1-1 0,4-1 0,1 2 0,-3-9 0,3 3 0,0-4 0,0-3 0,1 0 0,2-4 0,-1 1 0,0-1 0,4-5 0,1-2 0,0-2 0,6-26 0,2-2 0</inkml:trace>
  <inkml:trace contextRef="#ctx0" brushRef="#br0" timeOffset="2666">1749 986 12255,'15'0'0,"0"0"0,-1 0 0,1 0 0,-2-7 0,-1-3 0,-4-3 0,-2-1 0,4-1 0,-3 0 0,-1-1 0,1-4 0,4-3 0,-1-6 0,3 0 0,2-1 0,-1 1 0,1-2 0,0-2 0,-1-1 0,1-5 0,0 3 0,-2 0 0,-3 0 0,1-8 0,-6 3 0,0 0 0,1-1 0,-4 4 0,3-1 0,-5 0 0,-5 1 0,-3 2 0,-7 8 0,1 2 0,-1 2 0,0 6 0,0 0 0,1 6 0,-1 8 0,0 2 0,1 2 0,-1 0 0,0 0 0,1 2 0,-1 4 0,2 7 0,3 5 0,-3 8 0,3-1 0,-1 3 0,1 1 0,-2 5 0,6 2 0,-1 2 0,1 3 0,1 6 0,5 4 0,0-1 0,0 1 0,2 11 0,1 0 0,5 5 0,5 1 0,0-1 0,12 4 0,-1-6 0,-1-5 0,5-4 0,-4-14 0,4-4 0,1-9 0,6-3 0,-3-11 0,-2-5 0,-4-2 0,-3-6 0,1 3 0,-4-4 0,-4-1 0,-1 0 0,-2-1 0,-3-4 0,-4 3 0,-6-6 0,0 3 0,-19-16 0,-6-10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30.948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383 573 12384,'-8'-1'77,"3"-4"-77,3 3 0,2-3 0,0 10 0,0 5 0,0 5 0,0 4 0,2 6 0,3 3 0,-2 3 0,7 3 0,0 5 0,-2 4 0,3 6 0,-4 0 0,-1-2 0,1-1 0,-1-9 0,-2-2 0,1-4 0,-2-2 0,3-6 0,-1-4 0,-1-2 0,-3-9 0,-1-3 0,0-10 0,0-5 0,0-3 0,0-2 0,0 1 0,-19-60 0,-6-14 0</inkml:trace>
  <inkml:trace contextRef="#ctx0" brushRef="#br0" timeOffset="400">221 720 12461,'-14'0'0,"-1"0"0,0 0 0,1 0 0,-1 0 0,0 0 0,0 0 0,1 0 0,-1 0 0,5 0 0,0 0 0,-1 0 0,-2 0 0,0-1 0,3-4 0,4 2 0,6-7 0,-5 5 0,0-5 0,2-1 0,1 4 0,2-1 0,0 3 0,6 3 0,4-2 0,3 7 0,2 2 0,0-2 0,-1-1 0,8-2 0,2 0 0,4 0 0,1 0 0,6-2 0,1-1 0,1-4 0,4-1 0,1 0 0,2-4 0,1 3 0,-1-3 0,-7 1 0,-2-1 0,-4 4 0,-2 2 0,-6-4 0,-4 3 0,-2-1 0,-9 5 0,-3-4 0,-8 9 0,-4 1 0,-1 2 0,3 5 0,-3-4 0,1 3 0,-11 7 0,2 7 0</inkml:trace>
  <inkml:trace contextRef="#ctx0" brushRef="#br0" timeOffset="833">824 794 12461,'8'-10'0,"-3"0"0,-5 7 0,-5-2 0,-3 5 0,-5 5 0,3 5 0,-1 5 0,6 3 0,2 3 0,1 2 0,2-4 0,0 6 0,0 1 0,0 2 0,2-4 0,2-1 0,6-2 0,3-3 0,2-3 0,1-5 0,2-5 0,2-4 0,1-2 0,-3-6 0,2-6 0,-2-5 0,-2-7 0,-1 4 0,-2-2 0,-3-3 0,-4 3 0,-6 1 0,0 0 0,0 4 0,-3 2 0,-5 0 0,-7-1 0,-1 3 0,-7-3 0,0 12 0,-2 2 0,1 2 0,1 1 0,-1 1 0,4 2 0,4 2 0,3 12 0,1-3 0,4 3 0,1-1 0,3-1 0,4-1 0,78-25 0,20-7 0</inkml:trace>
  <inkml:trace contextRef="#ctx0" brushRef="#br0" timeOffset="1200">1339 250 12461,'0'-15'0,"0"1"0,0-1 0,0 0 0,-7 7 0,-3 3 0,-3 4 0,0 2 0,3 4 0,-1-2 0,4 7 0,-1 2 0,5-4 0,-4 2 0,1 1 0,4 2 0,-3 3 0,4 4 0,1 4 0,0 4 0,0 2 0,1 2 0,4 8 0,-2 0 0,6 14 0,-1 0 0,0-2 0,-3 10 0,3-3 0,-1 0 0,-4-3 0,-2-7 0,-1-10 0,0-5 0,0-3 0,0-8 0,0-3 0,-1-11 0,-4-4 0,3-3 0,-4-4 0,6-3 0,0 4 0,-7-52 0,-1-4 0</inkml:trace>
  <inkml:trace contextRef="#ctx0" brushRef="#br0" timeOffset="1400">1177 735 12426,'-20'-15'0,"1"1"0,-1 4 0,5 2 0,1 1 0,-1 4 0,0-4 0,1 3 0,5-1 0,11 5 0,11 0 0,7 0 0,3 0 0,-4 0 0,6 0 0,1 0 0,2 0 0,1 0 0,0 0 0,1 0 0,-1 0 0,-1 5 0,-2-1 0,-1 1 0,1 2 0,-4-4 0,1 5 0,-1-1 0,30 17 0,3 1 0</inkml:trace>
  <inkml:trace contextRef="#ctx0" brushRef="#br0" timeOffset="1867">1735 720 12391,'-6'-14'0,"3"4"0,-6 0 0,1 0 0,0 2 0,3-5 0,-5 3 0,-1-3 0,4 3 0,1 2 0,1 0 0,0 0 0,-1 5 0,1-2 0,1 5 0,-4 5 0,2 4 0,2 5 0,-4 2 0,0 3 0,0 6 0,3 3 0,-2 1 0,1 2 0,-1 2 0,1 1 0,1 0 0,5-4 0,0-2 0,0-4 0,2-3 0,3-8 0,4-3 0,4-5 0,2-3 0,0-4 0,-1-3 0,1-5 0,0-4 0,0-4 0,-1-4 0,1 0 0,0 2 0,-2-3 0,-2 0 0,-1 0 0,-7 4 0,2-4 0,-2 0 0,2 0 0,-3 5 0,3-1 0,-4 2 0,-2 4 0,-4 3 0,2 4 0,-5 8 0,1 2 0,-3 5 0,5 5 0,2 1 0,1 0 0,2 4 0,0 1 0,0 0 0,0 1 0,0-5 0,2 5 0,3-1 0,5 0 0,-2 1 0,2-3 0,1 1 0,2-1 0,2-1 0,-2-3 0,-2-1 0,-1-3 0,0 2 0,5-8 0,12-12 0,4-8 0</inkml:trace>
  <inkml:trace contextRef="#ctx0" brushRef="#br0" timeOffset="2283">2073 926 12391,'10'8'0,"-2"-4"0,-1-8 0,3-4 0,-4-6 0,2-3 0,4-2 0,1-4 0,2-7 0,-1-1 0,1-3 0,5-2 0,-1-6 0,-1-1 0,-1-3 0,-3-1 0,-1 3 0,-1-2 0,-2-3 0,-7 3 0,2-3 0,-4 4 0,-1 1 0,-6 0 0,-4 1 0,-3 4 0,-2 5 0,2 9 0,2 7 0,1 7 0,-1 6 0,2 3 0,0 5 0,-1 6 0,2 5 0,-4 12 0,6 4 0,-1 7 0,1 6 0,-4 3 0,5 3 0,2 4 0,1 5 0,2 7 0,0 4 0,2 2 0,2 3 0,0-1 0,7 1 0,4-1 0,3 1 0,6-14 0,-2-7 0,0-11 0,5-8 0,-5-9 0,3-7 0,-1-7 0,-1-6 0,0-3 0,-5-2 0,2-2 0,-2-3 0,-8-3 0,3-26 0,-5-5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36.248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0 897 12586,'15'-6'0,"-5"4"0,-2-5 0,0 3 0,0-1 0,-3-5 0,5 5 0,2 2 0,-4-4 0,2 2 0,1 2 0,2 1 0,2 1 0,-1-3 0,1 0 0,0-1 0,0 5 0,1-2 0,4-3 0,-3 4 0,6-6 0,0 2 0,0 0 0,-3-1 0,4 2 0,2-1 0,2 2 0,1-3 0,1 1 0,-1 2 0,1 1 0,-1-3 0,2 0 0,2 2 0,1 1 0,2 2 0,-3 0 0,3-1 0,1-4 0,-3 3 0,4-3 0,0 3 0,-1 2 0,-3 0 0,4 0 0,0 0 0,-1 0 0,-3 0 0,4 0 0,0 0 0,-1 0 0,-4 0 0,3 0 0,0 2 0,3 3 0,-2-3 0,3 3 0,0-4 0,3-1 0,-2 0 0,1 0 0,4 0 0,0 0 0,-6-5 0,0-1 0,0-1 0,3 1 0,-4-1 0,-1 4 0,-1-2 0,1 2 0,-4 1 0,4 2 0,-2 0 0,-4 0 0,-1 0 0,-1 2 0,-1 1 0,1 2 0,-1 1 0,0-2 0,1 1 0,-1-2 0,5-2 0,1-1 0,-1 0 0,2 0 0,-3 0 0,6 0 0,2 0 0,1 0 0,1-1 0,-3-2 0,0-4 0,0-1 0,5 3 0,2-3 0,2 1 0,-2 4 0,-1-4 0,-4 3 0,1 0 0,1 3 0,-5 1 0,7 0 0,-5 0 0,0 0 0,1 0 0,1 0 0,-3 0 0,0 0 0,-3 0 0,4 0 0,-2-2 0,2-3 0,-3 4 0,1-4 0,2 3 0,1 2 0,2 0 0,0 0 0,0 0 0,0 0 0,1 0 0,0 0 0,3 0 0,1 0 0,5 0 0,-5 0 0,-2 2 0,-1 3 0,-1-4 0,3 4 0,1-2 0,-2 2 0,-1-3 0,-2 3 0,2-4 0,3-1 0,-5 0 0,1 0 0,-4 0 0,0 0 0,3-5 0,4 1 0,1 0 0,-2 3 0,-1-4 0,-1 0 0,4 0 0,5-2 0,-3 6 0,-2-4 0,-2 3 0,2 2 0,-1 0 0,4 0 0,-1 0 0,-4 0 0,-1-1 0,-1-3 0,3-1 0,1 2 0,0 0 0,-5 0 0,0-4 0,0-1 0,2 5 0,1-4 0,0 2 0,-4 0 0,3-4 0,-4 4 0,7 1 0,3 3 0,-4-4 0,1 0 0,-4 2 0,0 1 0,0 0 0,3-1 0,1-2 0,-2 2 0,-1 1 0,-2 2 0,0 0 0,0 0 0,0 0 0,0 0 0,0 0 0,0 0 0,-3 0 0,0 0 0,2 0 0,-3 0 0,1 0 0,2 0 0,-1 0 0,2 0 0,-8 0 0,8 0 0,-1 0 0,-1 0 0,2 0 0,0 0 0,0 0 0,1 0 0,-3-5 0,-1 1 0,0 0 0,4 3 0,-5-1 0,4-1 0,-2-2 0,1 2 0,-3-1 0,1 1 0,2-2 0,-2 2 0,-1 0 0,5-1 0,-1-2 0,0-2 0,0 4 0,0-2 0,0 1 0,0 0 0,0-1 0,0 2 0,0-1 0,1 2 0,4-3 0,0-1 0,0 1 0,1-1 0,-4 2 0,1 3 0,-4-1 0,-4-2 0,0-1 0,4 2 0,-3 0 0,0 0 0,-6 3 0,5 1 0,0-2 0,-1-3 0,3 4 0,-5-4 0,1 3 0,4 2 0,-3 0 0,1-2 0,0-1 0,-1-2 0,4-1 0,-4 2 0,2-2 0,4-2 0,-8 4 0,9-2 0,-5 1 0,-2 0 0,6 0 0,-3 4 0,3-3 0,-2-1 0,-1 1 0,3 4 0,2 0 0,3 0 0,-8 0 0,3 0 0,0 0 0,3 0 0,1 0 0,4 0 0,-1-2 0,-4-3 0,-1 3 0,0-3 0,3 4 0,4 1 0,-2-5 0,-2 0 0,-3 2 0,-2 1 0,6-3 0,3 0 0,-1 2 0,-3 1 0,-3 2 0,-2 0 0,2-1 0,3-4 0,-5 3 0,1-3 0,-4 4 0,0 1 0,3 0 0,4 0 0,-1 0 0,-5 0 0,4 0 0,-3 0 0,4 0 0,0 0 0,4 0 0,-2 0 0,-2 0 0,-1 0 0,0 0 0,1 0 0,4 0 0,1 0 0,-3-5 0,3 0 0,1 2 0,-1 1 0,-3-3 0,3 0 0,-1 0 0,-4-1 0,0 4 0,1-4 0,1 1 0,-2 0 0,4 0 0,-2 3 0,0-1 0,1-2 0,-4 0 0,5 5 0,-2 0 0,0 0 0,1 0 0,-2 0 0,1 0 0,-2 0 0,-1 0 0,-2 0 0,0 0 0,0 0 0,-6 0 0,-2 0 0,-2 0 0,0 0 0,2-5 0,-3 0 0,1 2 0,-1 2 0,3-4 0,-2 0 0,0 1 0,2 3 0,0 1 0,5-2 0,-3-1 0,-3-2 0,6 0 0,-2 5 0,4 0 0,1 0 0,-5-5 0,0 0 0,2 2 0,2 1 0,-6 2 0,-2 0 0,-4 0 0,-2 0 0,-4 0 0,-1 0 0,2 0 0,2 0 0,-4 0 0,-1 0 0,0 0 0,0 0 0,0 0 0,3 0 0,-1 0 0,1 0 0,1 0 0,3 0 0,-2 0 0,-4 0 0,4-1 0,-4-2 0,4-2 0,2 1 0,-3 1 0,-1 0 0,-1-2 0,1 2 0,-3-4 0,0 2 0,0 0 0,-1-1 0,-4 4 0,2-3 0,-2 4 0,2 1 0,-4-5 0,4 0 0,-4 2 0,-1 1 0,-1 2 0,1 0 0,-5 0 0,0 0 0,1 0 0,-3 0 0,2 0 0,1 0 0,-2 0 0,0 0 0,3 0 0,-4 0 0,2 0 0,1 0 0,-3 0 0,2 0 0,2 0 0,-4 0 0,2 0 0,-7 0 0,3 0 0,-32-13 0,-6-3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47.131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104 1 12149,'-5'10'0,"-2"-2"0,-1-2 0,3-1 0,-5-3 0,-1 3 0,3-4 0,-2 4 0,-2-3 0,4-2 0,-1 0 0,5-2 5,-1-3-3,4 4 0,2-1 0,3 9 0,2 1-2,2 3 1,0 2-1,4 4 1,-2 2-1,1 6 0,2 7 0,2 6 0,1 3 0,4 5 0,-4 8 0,5 1 0,-1 5 0,0 4 0,-1 6 0,-4-1 0,0 3 0,-1 1 0,-1-6 0,-3-3 0,-5-4 0,-3-1 0,-2-2 0,0-3 0,-2-5 0,-3-3 0,-1-4 0,-6-1 0,2-3 0,-1-2 0,-2-2 0,0-3 0,1 2 0,3 1 0,0 0 0,-2-6 0,3-2 0,1-1 0,2-7 0,4 3 0,-3-1 0,0-1 0,-1-4 0,5-5 0,0-1 0,5-2 0,1-5 0,2-6 0,-3-5 0,5 4 0,0-39 0,4-5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48.065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45 133 12072,'0'-15'0,"0"0"0,-2 1 0,-1-1 0,-2 0 0,0 0 0,3 2 0,-2 4 4,2-5 5,-5 13-9,7-6 1,0 9-1,0 3 0,0 3 0,0 7 0,0-1 0,0 1 0,0 8 0,0 5 0,0 6 0,0 4 0,0 7 0,0 9 0,0 5 0,0 5 0,2 9 0,1 12 0,2 5 0,-2 3 0,6 5 0,0-6 0,3-4 0,-2-3 0,3-10 0,-5-2 0,2-9 0,-1-9 0,-5-9 0,1-8 0,-4-2 0,-1-4 0,-5-2 0,-1-6 0,-2-2 0,-4-1 0,4-5 0,-2 4 0,-1-4 0,-2-3 0,-2-3 0,7-4 0,-5-6 0,11 0 0,-4 0 0,6-6 0,0-2 0,13-20 0,3-3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44.265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0 243 12340,'0'10'69,"0"0"-51,0-7 0,0 5 5,0-3-15,0-3-8,0 4 1,2-4-1,3 3 0,-2 3 0,5 7 0,-1 0 0,-4-1 0,4 3 0,-1 1 0,1 3 0,-1 2 0,4 3 0,-4 8 0,1 4 0,0-1 0,2 6 0,-2-4 0,-1 3 0,1 2 0,3-1 0,-4-2 0,1-4 0,-1-1 0,4 3 0,-3-3 0,-1 0 0,1 0 0,-2 3 0,-5-4 0,0-3 0,0-1 0,0 4 0,0-1 0,0-1 0,0-2 0,0-2 0,0 1 0,0-3 0,0-2 0,0-4 0,0-6 0,0-7 0,0-3 0,0-10 0,5 2 0,-1-7 0,1 5 0,-5-5 0,0 7 0,0-4 0,0 6 0,0-4 0,0 3 0,20-31 0,4 1 0</inkml:trace>
  <inkml:trace contextRef="#ctx0" brushRef="#br0" timeOffset="2020">3014 23 12345,'-2'8'0,"-1"-1"0,-2-1 0,-7-4 0,9 4 0,-7-6 0,7-6 0,-2-4 0,3 2 0,2-2 0,0 0 0,0 2 0,0 8 0,0 11 0,0 7 0,0 0 0,2 7 0,1 1 0,2 2 0,7 8 0,-3 3 0,5 3 0,0 2 0,1 2 0,0 3 0,-2 5 0,-3 3 0,3 2 0,-5 0 0,2 0 0,-1-1 0,-5-4 0,2-1 0,-1-3 0,0-2 0,0-3 0,-5-1 0,0 1 0,0-1 0,0-2 0,0-3 0,0-4 0,0-4 0,0-2 0,0 0 0,0-1 0,0-3 0,0-4 0,0-6 0,0-1 0,0 1 0,0-5 0,0 0 0,0-7 0,0 2 0,0-10 0,0 2 0,0-7 0,0 5 0,0-5 0,0 7 0,19-30 0,6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02.3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60 12582,'0'14'0,"0"-6"0,2-1 0,3-7 0,-2 0 0,7 0 0,1 0 0,-2 0 0,0-2 0,3-3 0,4 2 0,2-5 0,-2 1 0,2 4 0,0-3 0,-1 1 0,1 0 0,1-2 0,3 6 0,-5-6 0,3 2 0,-2 0 0,3 0 0,-1 4 0,-2-2 0,-2-2 0,-1 0 0,0 5 0,-1 0 0,1 0 0,-5 0 0,0 0 0,1 0 0,-4 1 0,-3 4 0,-2 5 0,3 3 0,0 2 0,-2 1 0,-1 4 0,-2-2 0,-2 6 0,-1 1 0,-2-2 0,0 4 0,5-2 0,0 3 0,0 1 0,0 5 0,0 1 0,0-1 0,0 2 0,2-5 0,1 5 0,3-2 0,3 0 0,-4 1 0,3-6 0,0-1 0,0-4 0,-5 3 0,4-8 0,-2-1 0,0-2 0,0-6 0,-5 0 0,0-7 0,0 4 0,0-9 0,0-3 0,0-3 0,0-33 0,0-6 0</inkml:trace>
  <inkml:trace contextRef="#ctx0" brushRef="#br0" timeOffset="400">280 368 12582,'-15'0'0,"5"0"0,0 0 0,-1 0 0,3 0 0,-2 0 0,7 0 0,-2 0 0,10 0 0,3 0 0,7 0 0,-1 0 0,1 0 0,1 0 0,2 0 0,2 0 0,-2 0 0,3-5 0,0-1 0,2-1 0,3 1 0,-3-4 0,0 3 0,-2 1 0,-3-1 0,-1 1 0,-3 3 0,1-2 0,0 1 0,-1 3 0,1 1 0,-8 0 0,-6 1 0,-4 4 0,-2-3 0,-8 18 0,-3-4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04.5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30 172 12606,'8'-2'37,"-1"-1"1,-1-4-29,4-1 1,3 5 0,2-4 0,-1 1-9,1-4 1,5-2-1,1 1 1,2 1-2,3-1 0,2-1 0,1 1 0,1 1 0,-1-1 0,-5 2 0,-1 1 0,-1 2 0,-4 2 0,-2-2 0,-1 1 0,-27 13 0,-6 9 0</inkml:trace>
  <inkml:trace contextRef="#ctx0" brushRef="#br0" timeOffset="618">103 142 12726,'-9'8'0,"-1"-1"0,-2-1 0,1-2 0,0 4 0,1-2 0,2 6 0,-2-2 0,5 3 0,2-4 0,-1 1 0,-1 2 0,2 1 0,2 6 0,1 1 0,1-2 0,4-2 0,-3 4 0,4-1 0,-1-1 0,0-1 0,2-3 0,-4 1 0,2 0 0,-2-1 0,4-4 0,-3 0 0,8-7 0,-10 4 0,11-9 0,-5-3 0,0-4 0,5 0 0,-5 0 0,2-3 0,0-1 0,0-2 0,6 1 0,2-1 0,1 0 0,1 2 0,-4 2 0,2 1 0,2-1 0,0 4 0,-6 2 0,3 4 0,2 1 0,-2 0 0,2 0 0,-3 1 0,-1 4 0,0 3 0,0 9 0,-1 1 0,1 1 0,-5 7 0,-2-1 0,-2 2 0,-2 3 0,-3-1 0,-1 1 0,0-3 0,0-2 0,-1 4 0,-4-3 0,-3 4 0,-1-2 0,-4-2 0,4 3 0,-4 1 0,-2-1 0,0-5 0,0-1 0,1 0 0,-1 0 0,0-5 0,2 2 0,2-4 0,1-1 0,0-2 0,-4-2 0,-1-1 0,0-7 0,0 2 0,1-3 0,-1-2 0,0 0 0,1 0 0,-1-2 0,0-3 0,-1 2 0,0-7 0,-2-1 0,0-2 0,9-2 0,-4 0 0,5 1 0,5-1 0,-4 0 0,3 0 0,0 1 0,3 4 0,2 2 0,4 1 0,23 9 0,11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07.0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265 66 12539,'8'-7'0,"-1"5"0,-7-4 0,0 8 0,0 2 0,0 6 0,0 3 0,0 4 0,0 4 0,0 8 0,2 2 0,1 10 0,2 6 0,-2 11 0,5 2 0,0 7 0,2 0 0,0 0 0,-5-5 0,3 0 0,0-6 0,0-7 0,-4-10 0,2-7 0,-1-4 0,0-3 0,1-14 0,-1-1 0,-1-7 0,5-3 0,-5-6 0,1-4 0,-4-3 0,-7-54 0,-2-13 0</inkml:trace>
  <inkml:trace contextRef="#ctx0" brushRef="#br0" timeOffset="400">295 7 12551,'0'-7'0,"0"7"0,-2 7 0,-1 7 0,-4 1 0,-1 0 0,-2 1 0,-3 2 0,0 3 0,-2 2 0,4 2 0,-9 3 0,4-2 0,1-2 0,-4 1 0,-1 2 0,2 0 0,2-3 0,1-6 0,0 2 0,1-4 0,-1-1 0,2-1 0,3 1 0,4 0 0,7-7 0,4-3 0,3-5 0,9-3 0,1-4 0,1-1 0,7 3 0,-1-3 0,3 0 0,1-1 0,2 5 0,2-5 0,3 1 0,1 0 0,-4 5 0,1-2 0,-3 2 0,-1-2 0,-1 3 0,-1-4 0,-4 1 0,-4 0 0,1-2 0,-1 4 0,-2-2 0,-28 0 0,-8 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08.5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116 309 12433,'-14'0'26,"-1"0"0,0 0 1,0 0 7,1 0 0,1-2 0,1-1 10,2-2 0,7-2-33,-2 3 0,5-5 1,5-5-1,5-1-9,3 0 0,3-1 0,4-2 0,4-3-2,4-2 0,2 3 0,-1-3 0,2 2 0,3 3 0,-3-3 0,4 3 0,-4 3 0,-2 4 0,-4 8 0,-2-2 0,-2 3 0,-3 2 0,-7 7 0,-3 4 0,-1 7 0,-4 7 0,-1 2 0,-4 4 0,-3 2 0,-5 1 0,-3 6 0,-1-6 0,-3 0 0,-2 2 0,2-5 0,-2 2 0,2-5 0,3-4 0,1-6 0,1 0 0,4-5 0,2-3 0,1-7 0,6 4 0,4-9 0,5-3 0,3 3 0,2-4 0,1 1 0,4 0 0,3-5 0,6 5 0,0 1 0,1-3 0,-1 5 0,1-3 0,-1 4 0,0 1 0,1 0 0,-1 1 0,-1 4 0,-4 5 0,-2 3 0,-8 4 0,1 1 0,0 1 0,-7 7 0,-3-1 0,-4 2 0,-1 3 0,-6-1 0,-4 2 0,-3 2 0,-2 1 0,-4 1 0,-3-6 0,0 0 0,-5 1 0,5-1 0,-1-1 0,0-4 0,0-4 0,5 1 0,-3-1 0,1-2 0,1-2 0,-1-6 0,5-2 0,2 0 0,3 0 0,-3-4 0,4 1 0,-4-4 0,-2-2 0,2-4 0,3-5 0,-1-3 0,6-2 0,1 0 0,3 1 0,1-1 0,0 0 0,19-6 0,6-2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10.7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15 276 12482,'0'-10'0,"0"1"0,-5 4 0,1-5 0,-1 5 0,5-5 0,1 0 0,4-3 0,5 4 0,3-4 0,3 3 0,4-3 0,4-2 0,4 0 0,2 1 0,1-1 0,3 0 0,-1 0 0,4 1 0,1 1 0,-1 3 0,-6-2 0,0 8 0,-6-1 0,-4-2 0,-1 6 0,-7-3 0,-3 8 0,-4 4 0,-39 19 0,-7 4 0</inkml:trace>
  <inkml:trace contextRef="#ctx0" brushRef="#br0" timeOffset="601">118 232 12482,'-6'15'3,"-2"4"1,-7 1 3,0-2 0,5-2 1,1-1-1,-1 0 1,2-1 0,-4 1 1,7 0-1,2 0-1,1-1 1,-3 1 0,1 0-4,0-1 0,3-4-4,1 0 0,1-7 0,4 2 0,-2-3 0,7-4 0,2-3 0,-4 2 0,2-7 0,1 0 0,2 2 0,2-5 0,0 3 0,1-1 0,3 1 0,-2-3 0,2 5 0,-1-2 0,2 0 0,-2 5 0,6-3 0,1 2 0,-2 2 0,3 3 0,-5 1 0,2 0 0,3 0 0,-3 5 0,0 1 0,-2 2 0,-3 4 0,-2 1 0,-1 3 0,-2 2 0,-3 2 0,-3-1 0,-6-2 0,2 1 0,2 1 0,0 1 0,-6-5 0,-3-1 0,-1 1 0,-1 0 0,3-1 0,-4 1 0,-1 0 0,0-1 0,-4 0 0,3-1 0,-3 1 0,-1-2 0,-2 7 0,1-2 0,-1-3 0,0 1 0,1 0 0,-1-2 0,0-3 0,0 3 0,1-5 0,-1 2 0,0-1 0,1-5 0,-1 2 0,0-1 0,1 0 0,-1 0 0,0-7 0,0-3 0,7 2 0,2-5 0,1 0 0,0 0 0,0 3 0,5-5 0,0-1 0,5 2 0,0 0 0,32-14 0,4-8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13.3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0 12581,'7'8'0,"-6"-1"0,6-7 0,-7 0 0,0 0 0,-7 0 0,1 6 0,-4 4 0,4 3 0,6 2 0,0 0 0,0-1 0,0 8 0,0 2 0,0 6 0,0 4 0,0 0 0,0 10 0,0 5 0,0 2 0,5 6 0,1-3 0,1 3 0,-1 2 0,1 0 0,-4-2 0,3-3 0,3-5 0,-6-5 0,3-3 0,-1-4 0,0-1 0,0-2 0,-5-6 0,0-2 0,0-1 0,0-2 0,0 1 0,0-4 0,0-4 0,0-1 0,0-7 0,0-1 0,0-7 0,0 0 0,0-7 0,-6-14 0,-3-10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21.214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16 147 12503,'0'10'0,"0"0"0,-2-7 0,-3 2 0,3-4 0,-4-1 0,6 7 0,0 3 0,0 3 0,0 3 0,2 2 0,2 2 0,5 6 0,5 0 0,-1 7 0,-3 6 0,6 3 0,-4 2 0,-1 1 0,2-1 0,0 0 0,1-2 0,-3-3 0,-1-4 0,-7-11 0,2-4 0,-2-6 0,2-4 0,-3-5 0,3-10 0,-4-5 0,4-4 0,0-4 0,-2-2 0,-1-29 0,-2-13 0,0-2 0,0-1 0</inkml:trace>
  <inkml:trace contextRef="#ctx0" brushRef="#br0" timeOffset="468">251 132 12503,'0'-9'0,"0"-1"0,0-2 0,1 4 0,4-2 0,5 1 0,3 0 0,2-4 0,1 4 0,2-3 0,2 2 0,4-1 0,-3 6 0,1 2 0,-1 1 0,3 2 0,-4 0 0,-2 2 0,-2 3 0,-3 3 0,-3 8 0,-5 5 0,-3 9 0,-2 1 0,0 6 0,-4 1 0,-5-1 0,-1 4 0,-10 7 0,2 1 0,-1-2 0,2-6 0,-2-4 0,4-1 0,5-3 0,-1-4 0,4-4 0,1-6 0,-1-2 0,2-7 0,5-1 0,0-7 0,2 0 0,3-6 0,-2-2 0,7 1 0,1-5 0,2-3 0,2-2 0,0 2 0,0 4 0,4-5 0,2 5 0,1-4 0,-1-2 0,3 5 0,-4 2 0,0 0 0,1 0 0,-5 3 0,4-3 0,-4-1 0,-1 1 0,-1 3 0,1-4 0,-7 5 0,-1-2 0,-9 7 0,-3 4 0,4-3 0,-6-15 0,7-12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23.769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101 74 12686,'-14'0'0,"-1"0"0,5 0 0,0 0 0,-1 0 0,3-1 0,-2-4 0,5 3 0,-5-3 0,7-3 0,-2 5 0,10-7 0,3 7 0,7-2 0,1 2 0,4-2 0,-2 3 0,6-3 0,2 4 0,2 1 0,3-5 0,2 0 0,1 2 0,-1 1 0,-2 2 0,-2 2 0,1 1 0,-1 2 0,-1 8 0,-2 0 0,-3 6 0,-2 4 0,-3 3 0,-6 7 0,-4 3 0,-2 2 0,-1-4 0,-5 5 0,0 2 0,0 1 0,0 1 0,0-2 0,0-4 0,0-1 0,0-1 0,0-6 0,0 0 0,0 1 0,0-6 0,0-1 0,0 0 0,0 0 0,0-5 0,0 1 0,0-2 0,0-7 0,0-1 0,0-5 0,0 2 0,0-6 0,0-6 0,-6-22 0,-3-11 0</inkml:trace>
  <inkml:trace contextRef="#ctx0" brushRef="#br0" timeOffset="279">278 486 12686,'-15'5'0,"0"0"0,1-2 0,-1 4 0,0-2 0,1-2 0,4-2 0,0-1 0,-1 0 0,4-1 0,2-4 0,10 2 0,5-6 0,3 1 0,2 0 0,4 0 0,2-3 0,4 1 0,6-2 0,0-1 0,7-1 0,-1-1 0,1 0 0,-4 5 0,5 1 0,2-3 0,2-1 0,-4 3 0,-2 0 0,1-1 0,-1-2 0,-6 3 0,0 2 0,-6 1 0,-4 4 0,-1 2 0,-6 1 0,-12 0 0,-4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0:25.315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174 88 12670,'-2'-14'0,"-1"-1"0,-2 0 0,0 1 0,5-1 0,0 7 0,0 1 1,0 7 1,-2 0-2,-3 0 1,4 2-1,-4 3 0,-3 3 0,-1 7 0,1-1 0,0 1 0,5 1 0,-4 2 0,-1 2 0,-2 6 0,-3-1 0,2 4 0,1 5 0,0-1 0,-3 8 0,3 4 0,5 8 0,-1 4 0,1 2 0,3-2 0,6-3 0,4 1 0,7-6 0,1-1 0,3-3 0,3-7 0,4-5 0,-2-7 0,2-7 0,2-2 0,2-4 0,-3-4 0,-2-4 0,1-5 0,-5-6 0,0-7 0,1-5 0,2-3 0,-4 1 0,-2-3 0,-2 0 0,-1-3 0,-1 5 0,0 0 0,-5-1 0,3 3 0,-7 4 0,-2 0 0,-1 1 0,-4-1 0,-3 0 0,-5 1 0,-8 5 0,-3 5 0,0 2 0,0 2 0,-6 0 0,5 0 0,-3 2 0,1 2 0,1 0 0,-3 6 0,3 1 0,2 2 0,1 2 0,5 1 0,1 2 0,-1 2 0,5 4 0,2-3 0,1 2 0,4 3 0,3 0 0,5-1 0,5-5 0,3-4 0,3-1 0,2-1 0,2 1 0,32-26 0,3-7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1:55.965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132 236 12423,'-14'-15'16,"-1"0"1,2 1-7,3-1 0,-3 0 0,5 1-1,0-1 1,0 5-1,4 0-1,-1-1 1,-4 3 0,2 0 4,-1 1 0,5 0 9,-2 3-13,3 2 0,2-3-6,0 10 0,5 3 1,0 7-1,0-1-2,1 1 1,-2 6 0,4 4 0,0 4-2,0 6 0,-3 2 0,3 7 1,0 2-1,1 3 0,-5-2 0,5 7 0,-1 0 0,0-2 0,-3 2 0,3-8 0,0-5 0,0-4 0,-3-2 0,3-7 0,1-4 0,-1-4 0,-5-9 0,4-3 0,-1-1 0,-3-2 0,7-7 0,2-3 0,-4-1 0,2-6 0,-1 2 0,-1-1 0,6-2 0,-5-2 0,3 0 0,-2 1 0,9-21 0,-2-4 0</inkml:trace>
  <inkml:trace contextRef="#ctx0" brushRef="#br0" timeOffset="567">603 30 12627,'-15'-7'0,"0"-2"0,1 2 0,-1 2 0,0 4 0,6 1 0,-1 0 0,-2 0 0,6 1 0,1 4 0,3 3 0,2 7 0,0 0 0,0 1 0,0 2 0,0 3 0,0 2 0,0 2 0,0 4 0,0 0 0,0 1 0,2 6 0,1 3 0,4 3 0,1 2 0,-3 1 0,5-1 0,1 0 0,2 0 0,3-7 0,2-2 0,4-4 0,0-2 0,-2-1 0,5-5 0,1-7 0,1-4 0,3-9 0,-1 0 0,-1-6 0,-4-7 0,4-5 0,-5-4 0,2-4 0,-1 0 0,-6-3 0,2 5 0,-4-1 0,-1 1 0,-6-3 0,0 2 0,-3 1 0,-3 0 0,-1 1 0,-4 6 0,-2-1 0,-6 0 0,-10 2 0,-4 3 0,-6 6 0,-4 2 0,1 2 0,-4 2 0,1 2 0,3 6 0,2 5 0,3 5 0,2 4 0,2 4 0,6 6 0,0 0 0,6 1 0,7 1 0,4-5 0,1 3 0,1-3 0,4-2 0,4-4 0,5-4 0,3-3 0,2-5 0,-3-3 0,6 0 0,-1-5 0,8-17 0,9-4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49:41.182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45 133 12343,'-7'8'2,"6"0"1,-4-3 0,-3-3 0,5 4 0,-7-6 0,6-1 4,0-4 0,2 3-4,2-11 0,2 12-2,2-4 1,0 3 0,6 2-2,1 0 1,-3-2 0,2-1 0,1-2-1,2 2 1,2 1-1,0 1 1,0-3-1,-1 0 1,6-3-1,1 4 1,2-4-1,3-1 1,3 5 0,4-4 0,1 2 0,-1 0 0,3-4 0,-2 4 0,-1 0-1,-2-2 1,0 6 0,2-6 0,1 2-1,-1 0 0,-2 0 1,-2 4-1,0-2 0,1-2 0,-1 0 0,-1 5 0,-2 0 0,-1 0 0,-6 0 0,6 0 0,-1 0 0,-1 0 0,0 0 0,-5 0 0,3 0 0,2 0 0,-5 0 0,3 0 0,-1 0 0,-1 0 0,3 0 0,-4 0 0,3 0 0,2 0 0,-5 0 0,1 1 0,-2 3 0,-3 1 0,6-1 0,0-4 0,-3 0 0,0 0 0,-2 2 0,-1 1 0,1 2 0,0-2 0,-1-1 0,1-2 0,0 0 0,-1 0 0,1 0 0,0 0 0,0 0 0,-1 0 0,1 0 0,1 0 0,2 2 0,2 3 0,-1-4 0,-4 4 0,0-3 0,0-2 0,4 0 0,1 0 0,-2 0 0,-2 0 0,4 0 0,1 0 0,0 0 0,0 0 0,4 0 0,-6 0 0,1 0 0,1 0 0,-4 5 0,2 0 0,-3-2 0,-1-1 0,0-2 0,0 0 0,-1 0 0,1 0 0,0 0 0,-1 0 0,1 0 0,0 0 0,-1 0 0,1 0 0,0 0 0,1 0 0,2 0 0,2 0 0,-1 0 0,-4 0 0,0 0 0,4 0 0,1 0 0,-2 0 0,-2 0 0,-1 0 0,0 0 0,-1 0 0,1 0 0,0 0 0,-1 0 0,1 0 0,0 0 0,-5 0 0,-1 0 0,3 0 0,1 0 0,-3 0 0,0 0 0,1 0 0,2 0 0,2-2 0,-1-1 0,1-2 0,0 1 0,0 3 0,-1-1 0,1-3 0,0 4 0,-1-4 0,1 3 0,-5 2 0,0 0 0,-5 0 0,4 0 0,-5 0 0,2 0 0,-7 0 0,-4 0 0,3 0 0,-31 7 0,1 1 0</inkml:trace>
  <inkml:trace contextRef="#ctx0" brushRef="#br0" timeOffset="1567">677 3117 12213,'-6'8'0,"-3"-1"0,-5-7 0,-1 0 0,5 0 0,0 0 0,7 1 0,-2 4 0,-1-2 0,1 7 0,0-5 0,5 5 0,2-7 0,2 2 0,6-3 0,3-2 0,2 0 0,0 0 0,-1 0 0,6-2 0,1-1 0,2-2 0,3 2 0,2-4 0,1 2 0,2 0 0,4-1 0,-3 3 0,6-6 0,-1 3 0,1 3 0,-4-1 0,6 1 0,-1-4 0,-2-1 0,4 5 0,-7-3 0,-1 1 0,-2 0 0,3-5 0,1 5 0,-3 0 0,-1-1 0,-3 4 0,-2-3 0,-1 2 0,1-2 0,-3 3 0,0-3 0,0 4 0,-1 1 0,-2 0 0,3 0 0,0 0 0,0 0 0,-4 0 0,4 0 0,0 0 0,0 0 0,-5 5 0,1 0 0,-1-2 0,2-2 0,-4-1 0,4 0 0,-2 0 0,1 0 0,-2 0 0,2 0 0,-1 0 0,2 0 0,-4-4 0,4-1 0,-4 0 0,-1-2 0,4 4 0,1-5 0,0 1 0,1 4 0,-5 1 0,5 2 0,-1 0 0,0 0 0,4 0 0,-3 0 0,1 0 0,-1 0 0,3 0 0,-4 0 0,-2 0 0,-2 0 0,-1 0 0,1 0 0,2-1 0,2-4 0,-1 3 0,-4-4 0,0 1 0,0 0 0,1-7 0,2 4 0,1-2 0,-1 1 0,0 4 0,0-3 0,2-1 0,-2 1 0,-2 5 0,-1-2 0,0 3 0,-1 2 0,1 0 0,0 0 0,-1 0 0,1 0 0,-5 0 0,0 0 0,1 0 0,2 0 0,2 0 0,0 0 0,-1 0 0,1 0 0,0 0 0,-1 0 0,1 0 0,-5 0 0,0 0 0,1 0 0,2 0 0,2 0 0,0 0 0,-1 0 0,1-1 0,0-2 0,-1-2 0,-4 0 0,0 5 0,1 0 0,3 0 0,0 0 0,1 0 0,0 0 0,-6 0 0,1 0 0,2 0 0,-6-2 0,1-1 0,-1-2 0,-2 0 0,5 5 0,-4 0 0,5 0 0,-5 0 0,5 0 0,-5 0 0,4 0 0,-4 0 0,5 0 0,-5 0 0,5 0 0,-7 0 0,5 0 0,-3 0 0,-3 2 0,3 3 0,-49 3 0,-14 6 0</inkml:trace>
  <inkml:trace contextRef="#ctx0" brushRef="#br0" timeOffset="138401">1544 1221 12499,'-9'-7'0,"-1"-3"0,5 2 0,-5-2 0,-1-1 0,2 4 0,1 1 0,0 1 0,0 0 0,5-1 0,-4 2 0,1-1 0,-3 1 0,-5 4 0,-1 0 0,5 1 0,0 2 0,1 4 0,0 1 0,-4 2 0,4 5 0,-4-1 0,-1 3 0,3 1 0,3 1 0,1-1 0,1 0 0,3 0 0,-2 3 0,1 2 0,3-5 0,1 3 0,1-1 0,4 0 0,2-1 0,4-4 0,-1-2 0,1-3 0,3 1 0,0-6 0,3-2 0,2-1 0,-3-2 0,4-2 0,-4-3 0,-1-4 0,1-4 0,2-2 0,2 0 0,-2 1 0,-7-1 0,-1 0 0,2 0 0,1 1 0,-3-3 0,-2-1 0,0-1 0,0 1 0,-5 2 0,4 1 0,-2 0 0,0 0 0,0 6 0,-5-1 0,0-2 0,-7 6 0,-3 1 0,2 3 0,-2 2 0,7 0 0,-5 5 0,5 2 0,-2 1 0,0 2 0,5 6 0,0 4 0,5-4 0,1 5 0,1 0 0,-1 4 0,6 3 0,-4 1 0,2 2 0,-1 3 0,0 4 0,2 6 0,-3 0 0,-1 0 0,3 0 0,-4 2 0,1 2 0,-1 1 0,1-2 0,-4-6 0,2-4 0,-2-1 0,4-2 0,-2-4 0,-1-2 0,3-4 0,-4-1 0,7-5 0,1 2 0,-4-1 0,-1-6 0,1-3 0,-5-3 0,4-7 0,-6-7 0,0-3 0,0-3 0,0-2 0,-5 1 0,0-1 0,0 7 0,5-5 0,0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2:05.233"/>
    </inkml:context>
    <inkml:brush xml:id="br0">
      <inkml:brushProperty name="width" value="0.06" units="cm"/>
      <inkml:brushProperty name="height" value="0.06" units="cm"/>
      <inkml:brushProperty name="color" value="#CC0066"/>
    </inkml:brush>
  </inkml:definitions>
  <inkml:trace contextRef="#ctx0" brushRef="#br0">30 265 12175,'-8'-7'0,"-1"4"0,6-7 9,-2-1 7,0 4-10,5-6 1,2 7-5,3-4 1,3-2-1,7 6-1,0-2 0,-1 4 0,1-2 0,0 1-1,-1 0 1,3-5-1,1 5 1,1 0-1,-1-1 0,-1 4 0,-3-3 0,1 4 0,0 1 0,-6 0 0,1 0 0,2 0 0,-1 1 0,-1 4 0,1 3 0,-6 7 0,-2 0 0,-1 0 0,-2-1 0,-2 1 0,-1 0 0,-2-1 0,0 1 0,5 0 0,-1-1 0,-4 1 0,3 0 0,-4 0 0,1-1 0,0 1 0,0 0 0,3-1 0,-1 3 0,-2 2 0,-1-2 0,2 2 0,0-2 0,0-3 0,-2 6 0,-1-1 0,1 1 0,-1 1 0,-3-4 0,4 2 0,-1-1 0,1 2 0,-4-4 0,3 4 0,1-4 0,-1-1 0,-2-1 0,2 1 0,-1 0 0,5-5 0,-2-1 0,1-4 0,-1 5 0,4-7 0,-6 2 0,7-10 0,5 2 0,2-7 0,1-1 0,-3 3 0,5-2 0,-1 2 0,6-4 0,0 3 0,-5 4 0,-1-4 0,3 1 0,1 0 0,2 3 0,-1-3 0,1 0 0,0 0 0,-1 3 0,3-3 0,1 0 0,1-1 0,1 1 0,-4-2 0,2 4 0,2-1 0,1 6 0,-1-4 0,-4 3 0,-8 2 0,-10 0 0</inkml:trace>
  <inkml:trace contextRef="#ctx0" brushRef="#br0" timeOffset="384">603 132 12226,'-15'9'0,"1"-4"0,-1-4 0,7-1 0,8-5 0,10-1 0,3-2 0,6 3 0,3-3 0,-1-1 0,0 1 0,3 0 0,-2-3 0,1 1 0,3-2 0,-3 4 0,-1 0 0,1 0 0,0 0 0,-5 4 0,3-2 0,-1 1 0,0 0 0,-6 0 0,-4 5 0,1 0 0,3 0 0,-65 13 0,-16 4 0</inkml:trace>
  <inkml:trace contextRef="#ctx0" brushRef="#br0" timeOffset="1065">632 132 12226,'-14'9'0,"4"2"0,0-6 0,2 6 0,-2-1 0,5 3 0,4-3 0,1 0 0,0 1 0,0 2 0,0 2 0,1 0 0,3-1 0,0 1 0,3 0 0,-4 0 0,2-1 0,-2 1 0,-1-5 0,0 0 0,3 1 0,-4-3 0,4 2 0,-3-7 0,4 4 0,1-9 0,4-1 0,-1-2 0,-5-5 0,5 5 0,0 0 0,-2-1 0,5 3 0,-3-7 0,3-2 0,1 6 0,1 1 0,0 2 0,-1-2 0,1 3 0,0-3 0,1 4 0,4 1 0,-4 0 0,4 0 0,-4 0 0,-1 0 0,-1 1 0,1 4 0,0 5 0,0-2 0,-2 2 0,-2 1 0,-1 2 0,-2 2 0,2 0 0,-4-1 0,1 1 0,-5 0 0,4 0 0,-1-1 0,0 1 0,0 0 0,-5-1 0,0 1 0,0 0 0,-2-1 0,-1 1 0,-2 0 0,-6 0 0,1-1 0,-3 1 0,-2 0 0,0-1 0,1 1 0,-1-2 0,0-3 0,0 3 0,1-3 0,-3 1 0,-2-1 0,2 1 0,-2-6 0,3-1 0,1-3 0,0-1 0,0 0 0,1 0 0,4-1 0,0-4 0,-1-5 0,4 2 0,2-2 0,4 5 0,1-5 0,0 7 0,0-4 0,0 7 0,5 2 0,-1 3 0,8-10 0,-4 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2:18.017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192 30 12536,'-9'-2'0,"5"-3"0,-5 4 0,6-6 0,-7 7 0,7-1 0,-2-4 0,4 3 0,-6-5 0,5 7 0,-6 0 0,3 0 0,2 5 0,-5 2 0,1 1 0,1 0 0,3 4 0,-4-3 0,-1 3 0,3 1 0,-5 2 0,0-1 0,2 1 0,-3 1 0,4 4 0,1 3 0,-1 0 0,-3 4 0,5-2 0,2 3 0,2 1 0,1 1 0,0-1 0,0 0 0,0 1 0,0-1 0,0 1 0,1-3 0,4-2 0,3 1 0,5-5 0,-1 0 0,-2 1 0,-1-3 0,6-4 0,-2 0 0,-3-1 0,3 1 0,-3-2 0,3-1 0,2-3 0,-6-4 0,1 3 0,0 1 0,-2-1 0,5-5 0,-5 4 0,0-1 0,6-4 0,-5 3 0,-2-4 0,-1-1 0,-6 0 0,0 2 0,0 3 0,0-4 0,0 6 0,0-1 0,0 3 0</inkml:trace>
  <inkml:trace contextRef="#ctx0" brushRef="#br0" timeOffset="616">544 265 12536,'-6'-8'0,"4"0"0,-3 3 0,-1 2 0,1-7 0,-2 6 0,2 0 0,4 0 0,-4-1 0,-3 4 0,0-6 0,-5 9 0,1 1 0,4 4 0,1 1 0,-2-3 0,2 5 0,-1 1 0,-4 2 0,-1 2 0,-1-1 0,-1 3 0,0 2 0,5-1 0,1 5 0,-3-2 0,-1-3 0,5 4 0,1-3 0,3 1 0,-1 1 0,0-5 0,5 4 0,0-4 0,0-1 0,5 0 0,1-1 0,2 1 0,2-5 0,5-2 0,1-1 0,4-4 0,-4-1 0,4-2 0,-4 0 0,-1 0 0,4 0 0,1 0 0,0 0 0,1 0 0,-5-5 0,4 0 0,-4 1 0,-1 3 0,-1-4 0,1-2 0,0-1 0,0 3 0,-1-3 0,-1 0 0,-3 0 0,-10-22 0,-8-9 0</inkml:trace>
  <inkml:trace contextRef="#ctx0" brushRef="#br0" timeOffset="1033">588 45 12536,'-6'0'0,"6"0"0,6 0 0,9 0 0,0 0 0,0 1 0,-1 2 0,3 4 0,2 1 0,-2 2 0,4 5 0,-2-1 0,1 1 0,1 1 0,-3 4 0,2 3 0,-2 0 0,-2 3 0,-1-5 0,-1 2 0,1 3 0,-2 2 0,-1 0 0,-4-2 0,-2-2 0,-1 1 0,-5 4 0,0 2 0,0 3 0,-1-2 0,-4 3 0,-5 0 0,-3-1 0,-2 2 0,0-3 0,1 1 0,-1-1 0,0-7 0,1-2 0,-1-38 0,0-6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2:20.350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398 470 12415,'-10'0'5,"0"0"7,-1 0 0,2 0 3,0 0 0,4 0 1,-5 0 1,0 0-4,-5 0 0,6 2-5,-1 3 1,5-2-6,-5 7 0,7-5 0,-2 5-3,3 1 0,4 2 1,1 2-1,4 1 0,1 4 0,0-2 0,4 6 0,-1 1 0,5-2 0,-1 4 0,6-2 0,-1 3 0,-1 1 0,6-1 0,-4-2 0,0-3 0,1-2 0,2-1 0,-3-6 0,1-1 0,-1-3 0,0-3 0,-3-7 0,2 0 0,-2 0 0,-2-12 0,-1-2 0,-1-4 0,1-4 0,-2 4 0,-1-6 0,-3-2 0,3-2 0,-4-1 0,2 1 0,0 2 0,-2 1 0,-2 2 0,-6-3 0,0 3 0,0 2 0,0 2 0,-1 4 0,-4 0 0,-5 1 0,-3 4 0,-2 2 0,0 1 0,1 4 0,-1 1 0,0 2 0,1 0 0,-1 0 0,5 0 0,2 2 0,1 3 0,1-2 0,3 7 0,-2 1 0,0-3 0,7 0 0,1 1 0,2-1 0,1-5 0,-1 2 0,16 3 0,10 0 0</inkml:trace>
  <inkml:trace contextRef="#ctx0" brushRef="#br0" timeOffset="600">74 118 12560,'-8'0'0,"0"-5"0,3 0 0,2 0 0,-7 5 0,7 2 0,-4 1 0,1 2 0,4 6 0,-3-1 0,4 3 0,1 3 0,-2 2 0,-1 4 0,-2 0 0,0 5 0,5 7 0,0 5 0,0 4 0,0 2 0,0 3 0,0 2 0,0 3 0,6 0 0,4 6 0,3-2 0,2-3 0,1 2 0,2-9 0,3-1 0,2 0 0,-3-12 0,3 3 0,0-7 0,0-6 0,-4-6 0,6 0 0,-1-5 0,-1-3 0,3-5 0,-5 3 0,1-1 0,-1-4 0,3 0 0,-4 2 0,-1-3 0,-4 4 0</inkml:trace>
  <inkml:trace contextRef="#ctx0" brushRef="#br0" timeOffset="1117">809 44 12560,'0'-10'0,"0"1"0,-1 0 0,-4 0 0,3 2 0,-4 9 0,6 3 0,0-2 0,1 5 0,2 0 0,2 0 0,7-3 0,-4 5 0,2 1 0,0 3 0,-1 0 0,6 1 0,0 1 0,-1 4 0,1-2 0,0 8 0,1 3 0,4 4 0,-2 13 0,5-1 0,-2 6 0,-3 5 0,-2 1 0,-1 2 0,-2-1 0,-3 1 0,1-7 0,-6-3 0,-2-3 0,-1-2 0,-2-1 0,0-4 0,2-6 0,2-7 0,-2 0 0,3-5 0,-3 0 0,-2 1 0,0-3 0,0-4 0,0 0 0,0-7 0,-7-2 0,-1-6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2:23.400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382 494 12215,'-6'-9'7,"4"-4"1,-9 10-5,6-7 0,-2 5 3,2-4-3,4-1 0,-7-3 3,3 3-5,3 3 1,-5 9 0,7 3-2,0 5 1,0 3 0,0 2 0,0 1-1,0 3 0,5 4 0,2 7 0,1-1 0,3 0 0,3 1 0,0-1 0,1 2 0,0 4 0,-1-4 0,1 3 0,0-5 0,-1-4 0,1 1 0,0-8 0,0-3 0,-1-4 0,1-8 0,0 2 0,-6-5 0,0-5 0,-3-4 0,-3-5 0,4 0 0,-2-1 0,-2 0 0,-1 1 0,-2-6 0,0 0 0,0 1 0,0-2 0,0 3 0,0-5 0,0 0 0,0 0 0,0 5 0,0-3 0,0 1 0,0 1 0,0-1 0,-2 5 0,-1 1 0,-2-1 0,0 5 0,3 2 0,-2 1 0,2 3 0,-5 5 0,7 4 0,0 5 0,0 3 0,2 2 0,3-1 0,5 1 0,-2 1 0,2 2 0,1 2 0,2-2 0,2 3 0,0-1 0,-1-2 0,1-2 0,5-1 0,-1-1 0,-1 0 0,-2-5 0,-1 3 0,0-7 0,0-4 0,-1-4 0,-1 0 0,-1-9 0,-2-2 0,1-4 0,-3-7 0,0 4 0,0 0 0,1-1 0,-6-2 0,2 3 0,-4-2 0,-1-3 0,0 3 0,0 0 0,0 2 0,0 3 0,-6 2 0,-4 1 0,-3 0 0,-2 0 0,6 6 0,-1 0 0,-2 3 0,-1 1 0,-1 5 0,5 2 0,4 3 0,4 4 0,1 4 0,6 28 0,3 7 0</inkml:trace>
  <inkml:trace contextRef="#ctx0" brushRef="#br0" timeOffset="517">103 156 12297,'0'-10'0,"-2"2"0,-1-1 0,-2 1 0,-1 5 0,1-2 0,1 3 0,-5 2 0,1 7 0,-2 3 0,5 3 0,3 2 0,-3-1 0,0 1 0,0 0 0,-1-1 0,4 3 0,-3 1 0,4 1 0,1-1 0,-5 3 0,0 1 0,2-1 0,1 0 0,2 10 0,0-1 0,0 1 0,0 0 0,0 0 0,2 3 0,3 5 0,4 4 0,4-1 0,2-1 0,0-4 0,0-1 0,-1 4 0,3-6 0,1-1 0,1-2 0,2-7 0,-3-1 0,2-2 0,-2-3 0,3-3 0,0-4 0,2-3 0,3-1 0,35 4 0,9-2 0</inkml:trace>
  <inkml:trace contextRef="#ctx0" brushRef="#br0" timeOffset="1000">1000 67 12297,'0'-14'0,"0"-1"0,0 0 3,0 1 1,6 5 0,1 9 1,2 10-1,-4 3-3,-3 2 1,5 1 0,1 4-1,2 4-1,-1 4 0,1 6 0,5 2 0,0 0 0,-1 0 0,1 10 0,1-2 0,2 2 0,2 0 0,1-1 0,-3 3 0,2 1 0,-2-2 0,-7-1 0,-3-4 0,-1-1 0,-4-2 0,-1-6 0,-2 1 0,0-4 0,0-6 0,-7 2 0,-1-6 0,-2-2 0,0-2 0,7-1 0,-23-14 0,1-2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2:25.533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338 411 12457,'-9'-5'0,"-1"0"0,5-5 0,-3 4 0,1-2 0,2 4 0,5-2 0,0 6 0,0 1 0,0 4 0,0 5 0,0 3 0,5 3 0,0 2 0,0 4 0,2 1 0,-6 1 0,6 5 0,-1 1 0,4-1 0,-2 1 0,0-1 0,1-1 0,-1-4 0,-5-3 0,3-6 0,-1 0 0,0 0 0,2-2 0,-2-4 0,-4-2 0,-7-33 0,-11-7 0</inkml:trace>
  <inkml:trace contextRef="#ctx0" brushRef="#br0" timeOffset="350">309 411 12498,'10'0'0,"0"0"0,1 0 0,0-2 0,1-1 0,-2-2 0,1 2 0,-3-1 0,2 1 0,2-3 0,1-2 0,6 3 0,1-4 0,-2 1 0,-2 0 0,4 5 0,-1-4 0,-1 2 0,-1 1 0,-3-1 0,1 5 0,-2 1 0,-3 4 0,3 3 0,-5 7 0,2 1 0,0 4 0,-5 3 0,3 6 0,-2 1 0,-2-1 0,-3 2 0,-1 3 0,0 4 0,0-1 0,0-6 0,0-6 0,0-1 0,0-1 0,-6-1 0,-4-8 0,-3 1 0,-2 0 0,0-2 0,1-2 0,-3-1 0,-2 1 0,2-4 0,-2-1 0,2-1 0,3 0 0,-1 0 0,0-5 0,1 0 0,6 0 0,1-32 0,7-9 0</inkml:trace>
  <inkml:trace contextRef="#ctx0" brushRef="#br0" timeOffset="784">133 161 12498,'0'-15'0,"0"1"0,0 5 0,-2 9 0,-3 10 0,-3 5 0,0 4 0,-5 4 0,3 8 0,-3 2 0,-2 1 0,5 7 0,1-2 0,-1 2 0,2-2 0,-4 4 0,7-4 0,2 2 0,1-2 0,4 7 0,3-5 0,6-2 0,7-2 0,0 4 0,7-2 0,1 2 0,2-2 0,1-3 0,0-8 0,1-2 0,-1-1 0,46-27 0,12-1 0</inkml:trace>
  <inkml:trace contextRef="#ctx0" brushRef="#br0" timeOffset="1150">809 43 12498,'0'-14'0,"0"-1"0,0 7 0,0 3 0,0 10 0,0 5 0,0 4 0,1 4 0,4 3 0,5 2 0,3 2 0,2 6 0,0 2 0,-1 1 0,1 7 0,0-2 0,-2 3 0,-3 2 0,3 5 0,-5 2 0,0 0 0,-3-1 0,-4-1 0,-1-5 0,-1 0 0,-4 1 0,-3 2 0,-7-3 0,0-6 0,1-6 0,-1-7 0,0-1 0,-6-12 0,-2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2:28.016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456 321 12223,'-10'-5'6,"1"0"0,4 0 0,-5 5 2,-1 0 0,2 2-4,0 3 1,5 3-4,-1 6 1,4 1 0,1 0-1,0 0 0,0-6 0,0 1 0,0 2 0,0 1 0,6 1 0,2 1 0,2 1-1,0 4 1,0-2 0,3 6 0,-2 1-1,-1-2 1,-2 5-1,2-4 1,-5 2-1,-3-1 0,3 1 0,-1-5 0,0 0 0,-3 0 0,-1-1 0,0-5 0,0-1 0,0 1 0,0-7 0,2-3 0,3-10 0,3-3 0,7-7 0,-1 1 0,1 1 0,0 3 0,-5 2 0,-1 4 0,1-2 0,-2-2 0,5 3 0,-3-5 0,3 0 0,2 2 0,0-3 0,-1 4 0,1-1 0,0 0 0,0-4 0,-1 4 0,1 2 0,-5 1 0,0 5 0,-20 6 0,0 3 0</inkml:trace>
  <inkml:trace contextRef="#ctx0" brushRef="#br0" timeOffset="434">148 100 12429,'-10'-8'0,"0"3"0,-1 4 0,2 1 0,0 0 0,-3 0 0,4 1 0,0 4 0,1 5 0,4 3 0,-4 3 0,1 4 0,-1 4 0,1 4 0,-4 2 0,4-1 0,-1 2 0,0 3 0,3 4 0,4 6 0,0 2 0,0 3 0,1-2 0,2 7 0,4 1 0,1 3 0,2-1 0,5-3 0,-1-5 0,1-4 0,5 3 0,1-4 0,2-7 0,3-4 0,2-10 0,1-3 0,2-4 0,3-1 0,-3-7 0,38-41 0,1-16 0</inkml:trace>
  <inkml:trace contextRef="#ctx0" brushRef="#br0" timeOffset="867">721 56 12429,'1'-10'0,"4"1"0,5-3 0,-2 6 0,2 1 0,2 1 0,1 0 0,1 2 0,1-1 0,0 6 0,-1 7 0,6 4 0,0 8 0,-2 5 0,-2 6 0,-1 8 0,-2-2 0,-3 5 0,-6 5 0,3 3 0,-2 6 0,-2-3 0,-1-1 0,-4 0 0,-3 6 0,-3 1 0,0-2 0,-5-2 0,3-10 0,-3 2 0,-2-2 0,2 2 0,2-4 0,3-8 0,1-4 0,2-4 0,5-1 0,0-4 0,-6-22 0,-3-12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2:44.500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118 338 12358,'-2'-8'0,"-1"2"0,-2-1 0,-1 6 0,1-4 0,-2 1 0,-3 0 0,2 2 0,3-3 0,4 3 0,-6 4 0,7 3 0,0 3 0,2 7 0,1 1 0,2 4 0,5 1 0,-4 7 0,1-1 0,-1 4 0,4 7 0,-3 0 0,-1 2 0,1 6 0,2 2 0,-4-4 0,0-2 0,2-3 0,-6 2 0,4-7 0,-1-3 0,0-4 0,-2-6 0,3-6 0,-3-1 0,-2-6 0,5-3 0,-1-10 0,0-4 0,-3-4 0,-7-35 0,-2-7 0</inkml:trace>
  <inkml:trace contextRef="#ctx0" brushRef="#br0" timeOffset="600">88 427 12358,'-14'0'7,"1"-2"3,3-3 0,-3 3 0,5-4 8,-1-1 1,1 4-8,3-7 0,4 5 0,-4-4-3,3-3 1,4 4 0,3-2-5,5-1 1,3-1 0,1 1-1,1 1-1,0-1 0,4-2 1,1-2-1,0 2-1,1 3 1,0-3 0,4 5 0,-4-2-1,0 0 0,-3 7 1,5-2-1,-2 3 0,-3 2 0,-2 0 1,-1 2-3,0 3 1,-2 3-1,-3 7 1,-5 0-1,-4-1 0,-1 6 0,-1 1 0,-4 2 0,-5 3 0,2-3 0,-2 1 0,-3 1 0,-5-2 0,1 5 0,-2-6 0,3 1 0,1-3 0,-1-4 0,-2-1 0,-2 0 0,2-1 0,7-5 0,1-3 0,-2-1 0,-1 0 0,3 0 0,1-7 0,-3-3 0,6 2 0,1-7 0,3 0 0,2 1 0,0-1 0,2 6 0,3 0 0,22-11 0,13-1 0</inkml:trace>
  <inkml:trace contextRef="#ctx0" brushRef="#br0" timeOffset="1351">838 118 12551,'0'-15'0,"0"1"0,0-1 0,0 0 0,0 5 0,-2 2 0,-2 2 0,2-6 0,-3 2 0,2 4 0,-2 1 0,-3 3 0,-7 2 0,5 0 0,2 2 0,2 3 0,-4 3 0,3 7 0,-1 1 0,-3 4 0,2 3 0,0 6 0,-3 2 0,-1 3 0,-2 4 0,1 6 0,1 0 0,3 0 0,-3 5 0,5 2 0,-2-1 0,0 1 0,7 1 0,-2-6 0,3-4 0,2 1 0,7-2 0,3-2 0,3-5 0,1-3 0,3-1 0,1-3 0,3 0 0,2-3 0,-5-6 0,3 0 0,-1-5 0,-1-3 0,1-7 0,-6 2 0,1-3 0,0-2 0,0 0 0,-7 0 0,-2-2 0,-6-3 0,0 4 0,0-6 0,0 7 0,0 0 0,-13 0 0,-3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3:06.184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116 471 12547,'0'-15'0,"0"1"0,0-1 0,0 0 0,-2 2 0,-2 3 0,2-3 0,-3 3 0,3-3 0,2-1 0,0 5 0,0 3 0,0 8 0,0 2 0,0 6 0,0 3 0,5 2 0,0 0 0,-2 1 0,-1 4 0,3 3 0,0 8 0,0 3 0,1 5 0,-4 4 0,3 1 0,-2 1 0,2 4 0,-3 2 0,3 5 0,-4-3 0,-1 3 0,5-5 0,0-2 0,-2-5 0,-1-5 0,3-10 0,0-9 0,-2-4 0,-1-1 0,4-7 0,-4-3 0,3-10 0,-4-3 0,-1-7 0,0 0 0,0-19 0,0-5 0</inkml:trace>
  <inkml:trace contextRef="#ctx0" brushRef="#br0" timeOffset="400">57 471 12547,'-14'-7'0,"-1"-2"0,5 0 0,0 0 0,7-1 0,-2 0 0,10 2 0,5 1 0,3 4 0,2-3 0,1 1 0,3 0 0,6-2 0,-2 6 0,0-6 0,0 2 0,-1 0 0,1-1 0,3 2 0,-3 0 0,-1 0 0,2 3 0,-4 1 0,-2 0 0,-2 0 0,-3 1 0,-2 3 0,-2 2 0,-3 2 0,-1 2 0,-5 5 0,0 1 0,0 4 0,-5-4 0,-1 5 0,-3 0 0,-2 4 0,-7-4 0,-2 0 0,1-1 0,-2 0 0,3 6 0,-7-3 0,-1-1 0,-2-2 0,5-4 0,4-1 0,1 0 0,-2 0 0,9-1 0,-4 1 0,10-5 0,2-2 0,6-2 0,5-1 0,9-5 0,1-1 0,1-4 0,34-16 0,2-10 0</inkml:trace>
  <inkml:trace contextRef="#ctx0" brushRef="#br0" timeOffset="834">719 192 12547,'0'-15'0,"0"0"0,0 1 0,0-1 0,-2 7 0,-3 3 0,2 3 0,-5 4 0,0 3 0,-1 4 0,0 6 0,-6 3 0,-1 3 1,-4 2 0,4 2 0,-4 4 0,4 1 0,1-1 1,0 2-1,1 2 1,1 3-2,3 1 0,3 2 0,7 5 1,0 2-1,0 3 0,0-3 0,2 5 0,3-2 0,5 0 0,3 0 0,0-5 0,-2-2 0,-1-3 0,0-8 0,3-8 0,-2-2 0,-1-3 0,-5-3 0,5-5 0,1-5 0,-3-4 0,2-1 0,2 0 0,-4 0 0,2 0 0,-6-5 0,6 1 0,0-1 0,11-8 0,2-4 0</inkml:trace>
  <inkml:trace contextRef="#ctx0" brushRef="#br0" timeOffset="2201">895 559 12558,'-8'-6'0,"-5"-1"0,5-4 0,0 1 0,1 5 0,5-3 0,-3 1 0,4 2 0,-7 5 0,3 0 0,3 7 0,-3 3 0,4 3 0,1 1 0,0 1 0,0 0 0,0 0 0,0 4 0,0 2 0,1 2 0,4 3 0,-3 2 0,3 2 0,-2-1 0,2 0 0,-2 1 0,5-1 0,0 1 0,1-1 0,-1 0 0,3 1 0,-1-3 0,1-2 0,1-4 0,-1-8 0,-1-3 0,2-5 0,1-3 0,1-2 0,1-2 0,0-3 0,-4-3 0,1-7 0,1 1 0,-2-1 0,1-5 0,2 1 0,1-1 0,0-1 0,-6 3 0,0-5 0,-1 0 0,0 0 0,-5 4 0,2-4 0,-3 2 0,-2 3 0,0 1 0,0 1 0,-2-2 0,-3-2 0,2 1 0,-5 4 0,0 2 0,-1 3 0,6-3 0,-2 3 0,-1-3 0,1-1 0,0 5 0,5 3 0,0 6 0,-7 0 0,6 0 0,-11 6 0,7 4 0,1 3 0,4 2 0,0 0 0,4-1 0,1 1 0,-1 0 0,-3-1 0,4 1 0,2 0 0,-1 0 0,1-1 0,4 6 0,-3-1 0,2-1 0,0-1 0,-5-3 0,5 1 0,1 0 0,2 0 0,-3-7 0,0-3 0,1-2 0,2 2 0,-3-4 0,0 4 0,1-5 0,2-5 0,2-1 0,0-6 0,-1 3 0,1-3 0,-5-1 0,0-2 0,1 1 0,2-1 0,0-5 0,-1 1 0,-4-1 0,-2-1 0,-1 3 0,-5-5 0,0 0 0,0 0 0,0-1 0,-1-5 0,-4-1 0,-5 1 0,-3 1 0,-2 2 0,2 3 0,3 2 0,-3-4 0,5 6 0,-2 2 0,0 6 0,6-1 0,-6 8 0,7 0 0,-2 9 0,3-2 0,2 7 0,0 2 0,13 7 0,3 4 0</inkml:trace>
  <inkml:trace contextRef="#ctx0" brushRef="#br0" timeOffset="2700">1512 15 12558,'-13'-1'0,"2"-3"0,1-1 0,5 1 0,-5 4 0,9 0 0,1 0 0,6 6 0,9 4 0,0 3 0,-1 7 0,3 1 0,1 3 0,1 7 0,8 0 0,-3 9 0,4 2 0,1 5 0,1 2 0,-1 9 0,0 2 0,1 0 0,-1-1 0,-1-3 0,-4-2 0,-4 1 0,-4-9 0,-3-2 0,-3-2 0,-5 1 0,-5-4 0,-5-1 0,-3-2 0,0-4 0,-5-1 0,3-1 0,-3-1 0,-2 0 0,5-6 0,2-3 0,0-4 0,0-1 0,5 0 0,-2-1 0,3-5 0,9-29 0,1-13 0</inkml:trace>
  <inkml:trace contextRef="#ctx0" brushRef="#br0" timeOffset="3884">425 1838 12558,'-10'-15'0,"0"1"0,7-1 0,-4 2 0,1 3 0,4 2 0,-4 5 0,-1-2 0,5 0 0,-4 6 0,6 4 0,0 5 0,0 3 0,0 2 0,0 1 0,0 4 0,0 3 0,2 8 0,1 5 0,2 8 0,5 1 0,-4 9 0,2 4 0,4 4 0,-1-2 0,1 5 0,-3-1 0,3 0 0,-6-9 0,1-9 0,-2-7 0,0-3 0,0-8 0,-5-9 0,0-2 0,-2-4 0,-3-3 0,3-5 0,-4-9 0,1-2 0,0-2 0,-6-2 0,-4-51 0,-8-10 0</inkml:trace>
  <inkml:trace contextRef="#ctx0" brushRef="#br0" timeOffset="4200">366 2103 12558,'-2'-31'0,"-1"-1"0,-2 3 0,0-2 0,5 11 0,0 2 0,0 2 0,0 1 0,2 1 0,3 1 0,5 3 0,3-3 0,1 3 0,1-1 2,0 1 0,1-2 0,2 6 0,3-1 2,2 1 1,-3 1 0,3 5 0,-2 0-4,-3 0 0,-2 8 0,-1 5 0,0 7-1,-1 3 0,-4-4 0,-2 6 0,-1 1 0,-4 2 0,-1-1 0,-2-1 0,-2-3 0,-3-1 0,-3 2 0,-7-3 0,1 1 0,-1-1 0,0-2 0,-1-4 0,-4 0 0,-4-1 0,-4 6 0,-1 0 0,-1-2 0,1-2 0,4-3 0,1-2 0,-1-2 0,2-3 0,2 4 0,6-5 0,9-2 0,6-8 0,8-5 0,5 4 0,61-40 0,-30 22 0,0-1 0</inkml:trace>
  <inkml:trace contextRef="#ctx0" brushRef="#br0" timeOffset="4534">1086 1676 12589,'-14'0'0,"4"0"0,2 2 0,-1 3 0,1 5 0,-2 3 0,-4 1 0,-3 3 0,-2 2 0,2 4 0,-2 7 0,3-1 0,1 0 0,5 7 0,2 3 0,1 6 0,4 4 0,1-2 0,4 7 0,3 1 0,5 3 0,3-6 0,2-3 0,-1-5 0,1-5 0,1 0 0,2-9 0,2-7 0,-2-5 0,0-10 0,1-3 0,-2-4 0,2-1 0,4-46 0,0-11 0</inkml:trace>
  <inkml:trace contextRef="#ctx0" brushRef="#br0" timeOffset="4900">1248 1985 12589,'0'-15'0,"0"1"0,0-1 0,-2 7 0,-3 3 0,4 5 0,-4 5 0,2 4 0,-2 5 0,3 0 0,-3 3 0,3 2 0,2 6 0,0 2 0,0 3 0,0-1 0,0 1 0,2 4 0,1 2 0,4 0 0,1 0 0,-3 3 0,3-5 0,0-1 0,0-2 0,-3-7 0,4-1 0,-3-1 0,1-5 0,-2-7 0,-4-3 0,-14-46 0,-11-10 0</inkml:trace>
  <inkml:trace contextRef="#ctx0" brushRef="#br0" timeOffset="5267">1204 1970 12589,'0'-14'0,"0"-1"0,0 5 0,0 0 0,0-1 0,0 3 0,0-2 0,6 2 0,4-2 0,3 5 0,2 3 0,0 2 0,-1 0 0,1 0 0,5 0 0,-1 0 0,1 0 0,1 0 0,-3 7 0,5 3 0,-2 3 0,-3 1 0,-2 3 0,-1 1 0,0 3 0,-1 2 0,-5 0 0,-4 3 0,-4-2 0,-1 2 0,0 2 0,0 2 0,-1-1 0,-4 0 0,-4 1 0,-5-1 0,-1 1 0,0-1 0,-1-1 0,-2-2 0,-2-3 0,3-2 0,0 4 0,2-4 0,1-2 0,-1-2 0,0 1 0,1-9 0,-1 5 0,5-5 0,0-1 0,-1-1 0,4 0 0,1-4 0,-1 2 0,6-2 0,-6-6 0,1-2 0,24-72 0,0-13 0</inkml:trace>
  <inkml:trace contextRef="#ctx0" brushRef="#br0" timeOffset="5667">1645 1676 12589,'0'-14'0,"1"0"0,4 5 0,3 2 0,7 7 0,0 0 0,-5 0 0,-1 2 0,3 3 0,1 5 0,2 7 0,-1 6 0,-1 3 0,-3 5 0,3 9 0,-3 1 0,3 6 0,2 7 0,-5 3 0,-2 3 0,-2 2 0,-2 2 0,-3 5 0,-1-7 0,0-3 0,0-4 0,-6-8 0,-4 2 0,-3-3 0,-2-2 0,-4-6 0,-1-4 0,2-3 0,2-1 0,1 2 0,0-1 0,1-5 0,-1-3 0,2-3 0,1-5 0,3-1 0,-8-12 0,-6-4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3:12.700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1 441 12486,'4'-10'0,"1"1"0,0 5 0,-5-2 0,0 6 0,0 6 0,0 4 0,0 5 0,0 4 0,0 4 0,0 7 0,0 1 0,0 3 0,5 9 0,0 7 0,0 2 0,1 4 0,-4 6 0,5 2 0,-2-2 0,-1-2 0,1-9 0,-5-5 0,0-9 0,0-6 0,0-5 0,0-11 0,5-8 0,0-7 0,-2-9 0,-1-5 0,-2-4 0,0-2 0,0-26 0,0-1 0</inkml:trace>
  <inkml:trace contextRef="#ctx0" brushRef="#br0" timeOffset="351">1 353 12428,'0'-15'0,"0"1"0,0-1 0,0 0 0,0 5 0,0 1 0,0-3 0,6-1 0,4 0 0,3 2 0,2 1 0,-1 5 0,3-3 0,1 1 0,1 4 0,6 1 0,-4 2 0,0 0 0,0 0 0,4 2 0,-5 3 0,-1 6 0,2 7 0,-4 0 0,1 5 0,-5 0 0,-3 0 0,-2 1 0,1 4 0,-4-2 0,-3-1 0,-2-6 0,0 4 0,0-2 0,0-3 0,-7-1 0,-2-3 0,-6 1 0,-5 0 0,-2 0 0,-8 1 0,1 2 0,-1 1 0,3-1 0,0-6 0,3-2 0,-2 1 0,0 2 0,1 0 0,6-3 0,7-3 0,2-7 0,14 0 0,1 0 0,45-33 0,14-8 0</inkml:trace>
  <inkml:trace contextRef="#ctx0" brushRef="#br0" timeOffset="701">868 0 12428,'-15'5'0,"0"0"0,6 0 0,-1-3 0,-2 3 0,-1-2 0,-1 7 0,-1 1 0,0 2 0,0 2 0,1 1 0,-1 4 0,0-2 0,1 8 0,-3 3 0,-2 4 0,2 8 0,-2 0 0,3 4 0,1 4 0,2 7 0,3-2 0,5 3 0,3 2 0,11-5 0,4-2 0,6-3 0,4-7 0,2 1 0,4-9 0,0-3 0,1-5 0,-6-5 0,2-6 0,2-2 0,0-3 0,3-3 0,-10-7 0,2 0 0,-5-20 0,3-5 0</inkml:trace>
  <inkml:trace contextRef="#ctx0" brushRef="#br0" timeOffset="1201">1074 235 12426,'0'15'0,"0"0"0,0 1 0,1 4 0,2 4 0,2 4 0,0 8 0,-5 3 0,0 4 0,0 1 0,0-2 0,0-1 0,0-3 0,0-2 0,0-2 0,0-6 0,0-4 0,0-4 0,2-4 0,1-1 0,2-1 0,2-5 0,-2-5 0,-2-2 0,7-2 0,-6-5 0,6 0 0,-5-1 0,5 1 0,-5 3 0,5-3 0,-1 4 0,6 1 0,0 1 0,0 3 0,-1 1 0,-4-1 0,0-4 0,1 0 0,2 0 0,2 0 0,0-1 0,-1-4 0,0 2 0,-5-7 0,11-26 0,-4-11 0</inkml:trace>
  <inkml:trace contextRef="#ctx0" brushRef="#br0" timeOffset="1618">1368 103 12426,'0'-15'0,"0"6"0,1 1 0,4 1 0,-2 2 0,7 5 0,2 0 0,1 0 0,1 0 0,1 2 0,0 3 0,-1 4 0,6 6 0,0 5 0,-1 4 0,2 4 0,-3 8 0,5 5 0,-1 4 0,-4 4 0,-2 7 0,-1-2 0,-1 3 0,1 2 0,-7-7 0,-3-3 0,-3-3 0,-2-2 0,0-7 0,-2-2 0,-3-6 0,-5-4 0,-4 1 0,-4-5 0,-2 0 0,2 1 0,2-1 0,1-3 0,2 1 0,3-1 0,-1-1 0,4-4 0,-1-4 0,5-2 0,1-9 0,7-3 0,0-35 0,-5-16 0</inkml:trace>
  <inkml:trace contextRef="#ctx0" brushRef="#br0" timeOffset="2751">412 1999 12247,'-13'-9'11,"3"-1"0,-3 5-2,3-5 1,2 7 5,-2-2-2,7 3-10,-3 2 1,6 2 0,1 3-2,4 5 0,-2 9 0,6 6 0,-1 4-2,0 5 1,-3 4 0,5 8-1,-1 3 0,0 5 0,4 8 0,-5 3 0,2 0 0,-1 1 0,-4-4 0,3-8 0,-1-5 0,-4-4 0,1-7 0,-1-5 0,2-7 0,0-12 0,-5-14 0,0-9 0,0-4 0,-13-41 0,-4-10 0</inkml:trace>
  <inkml:trace contextRef="#ctx0" brushRef="#br0" timeOffset="3068">339 2014 12337,'0'-23'0,"0"4"0,0 2 0,0-2 0,1 1 0,4 3 0,5 4 1,3 2 0,2-2 0,1 1 4,4-1 1,-2-1 0,6 1-1,2 3-2,2 1 1,0 2-1,-4 5 1,-2 0-4,-1 0 1,-7 8-1,3 5 1,-6 7-1,1 3 0,-6 3 0,-1 7 0,-3 1 0,-2-1 0,-2 3 0,-3-2 0,-5-1 0,-3-2 0,-3-4 0,-2 0 0,-3-3 0,-2 2 0,0-5 0,-3 1 0,1-3 0,-1 1 0,0-1 0,2-6 0,4-1 0,4-2 0,1-7 0,0 2 0,1-3 0,7-2 0,7-2 0,8-3 0,58-42 0,-26 15 0,0 0 0</inkml:trace>
  <inkml:trace contextRef="#ctx0" brushRef="#br0" timeOffset="3451">1044 1676 12378,'-13'-10'0,"2"2"0,1 1 0,0 3 0,-5 4 0,6 0 0,-1 1 0,-2 4 0,4 3 0,0 7 0,0 1 0,0 4 0,-2-2 0,-3 6 0,1 3 0,3 0 0,-1 8 0,-5 0 0,0 3 0,1 3 0,-1 1 0,2 4 0,3 1 0,5 2 0,4 5 0,1-5 0,0-1 0,0-3 0,6-5 0,4-1 0,5-2 0,4-4 0,-2 0 0,2-12 0,-3 0 0,-1 0 0,0-3 0,0-6 0,-1-4 0,1-1 0,-5-3 0,0-2 0,1 1 0,2 2 0,-3 0 0,-2-7 0,-1-2 0,4-18 0,-3-9 0</inkml:trace>
  <inkml:trace contextRef="#ctx0" brushRef="#br0" timeOffset="3918">1221 1955 12378,'-10'0'0,"0"0"0,-1 0 0,2 0 0,0 0 0,0 7 0,0 3 0,2 4 0,1 6 0,4-2 0,-3 6 0,3 2 0,2 2 0,0 8 0,0 3 0,2 4 0,3 1 0,3 0 0,7-2 0,-1-1 0,1-1 0,5-9 0,1-2 0,0-8 0,0-4 0,4-9 0,-4-3 0,0-5 0,1-5 0,2-8 0,-3-9 0,1 1 0,-1 0 0,-2-5 0,-4 1 0,0-2 0,0-3 0,-2-4 0,-4 0 0,-4 1 0,-3 2 0,-2 0 0,0-2 0,-2-1 0,-3 1 0,-1 2 0,-6 2 0,3 1 0,-3 3 0,-6-1 0,-1 7 0,1 1 0,1 8 0,3 5 0,-1 3 0,5 4 0,2 3 0,1 5 0,3-2 0,4 2 0,13 6 0,3 7 0</inkml:trace>
  <inkml:trace contextRef="#ctx0" brushRef="#br0" timeOffset="4235">1588 1588 12378,'0'-15'0,"0"5"0,0 0 0,2 7 0,3-2 0,3 5 0,6 5 0,1 7 0,0 6 0,1 4 0,2 10 0,3 0 0,2 2 0,3 12 0,7 0 0,1 5 0,-1 4 0,-7 2 0,-3 0 0,-3-1 0,-7-2 0,0-2 0,-8 2 0,-4-5 0,-4-3 0,-2-7 0,-8-2 0,-3-1 0,-1-3 0,1-2 0,1-3 0,1-2 0,-1-1 0,-5-6 0,1 4 0,1-2 0,1-3 0,3 3 0,-1-1 0,2-2 0,3-2 0,4-8 0,6-1 0</inkml:trace>
  <inkml:trace contextRef="#ctx0" brushRef="#br0" timeOffset="5034">544 3763 12277,'-4'-10'0,"-1"1"0,-2 4 0,4-5 0,-2-1 0,0 2 0,3 0 0,-3-3 0,4 4 0,-4-2 0,5 7 0,5-2 0,-4 10 0,6 6 0,-2 7 0,0 7 0,1 4 0,-1 5 0,3 7 0,1 7 0,4 4 0,-4 7 0,3 1 0,-2 4 0,3-2 0,-3 3 0,3-4 0,1-9 0,-4-11 0,-2-9 0,0-5 0,1-8 0,-5-9 0,6-5 0,-6-10 0,0-5 0,-2-3 0,-22-34 0,-4-9 0</inkml:trace>
  <inkml:trace contextRef="#ctx0" brushRef="#br0" timeOffset="5368">544 3704 12277,'0'-29'0,"0"1"0,0 2 0,0 2 0,0 6 0,2-2 0,1 4 0,2 1 0,7 0 0,-3 1 0,5 1 0,0 3 0,1-3 0,0 3 0,1-2 1,4 3 0,-3-3 1,6 6-1,0-1 4,0 1 1,0 1 0,1 6-1,-2 3-2,-1 1 0,-5 11 0,2 0 0,-5 4-2,-3 1 0,-7 5 0,2-1 1,-3 2-2,-2 3 0,0-2 0,-2-2 1,-1-3-1,-2-2 0,-11 0 0,1-3 0,-3 3 0,-3 2 0,3-5 0,-7 2 0,-1-2 0,-2 1 0,-1-2 0,0 1 0,-1-5 0,1-4 0,4 0 0,3 0 0,0-4 0,9-3 0,66-74 0,-17 27 0,1 0 0</inkml:trace>
  <inkml:trace contextRef="#ctx0" brushRef="#br0" timeOffset="5835">1368 3249 12322,'0'-15'0,"0"0"0,-2 7 0,-3 3 0,-5 4 0,2 2 0,-2 4 0,-1 5 0,-2 3 0,-2 2 0,0 1 0,1 2 0,-1 2 0,0 7 0,1 1 0,-1 6 0,0 4 0,0 6 0,2 7 0,2 3 0,1 6 0,7-1 0,-2 5 0,5-6 0,5-4 0,1 3 0,7-6 0,1-2 0,2-5 0,2-10 0,-3 1 0,-1-4 0,1-2 0,0-6 0,-1-3 0,1-4 0,0-1 0,-1-5 0,1-2 0,0-2 0,0-1 0,-1-5 0,1 0 0,0 0 0,-7-2 0,-3-2 0,-4 2 0,-2-3 0,-4 10 0,3-3 0,-24 11 0,2-5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3:19.951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339 442 12322,'-15'-5'0,"0"0"0,5-5 0,1 5 0,5-6 0,-7 7 0,6-5 0,0 4 0,3-4 0,-2 3 0,0 1 0,-5 5 0,-1 0 0,-5 0 0,0 0 0,1 2 0,-1 1 0,-1 3 0,-4 3 0,4 0 0,-4 6 0,4 1 0,1 4 0,0-2 0,1 5 0,1 0 0,3 0 0,-2-4 0,7 6 0,2 1 0,2 2 0,2-1 0,4 0 0,5-5 0,3 0 0,3 2 0,2-4 0,3-2 0,2-2 0,0-6 0,3-2 0,-3-1 0,-2-4 0,4-2 0,-5-1 0,-3-1 0,0-4 0,-2 2 0,-1-7 0,1-2 0,0-1 0,-6 4 0,0-1 0,-1-2 0,0-1 0,-5 3 0,4 1 0,-1-3 0,-2-1 0,5-2 0,-5 1 0,-4-7 0,-9-2 0</inkml:trace>
  <inkml:trace contextRef="#ctx0" brushRef="#br0" timeOffset="467">397 15 12322,'-13'-1'0,"4"-4"0,2 3 0,9-4 0,3 6 0,4 1 0,9 4 0,4 5 0,0 3 0,-2 2 0,3 1 0,0 4 0,0 4 0,1 4 0,6 1 0,-1 2 0,0 4 0,-1 2 0,-2 9 0,-1 1 0,1 2 0,-5 0 0,-3-3 0,-7 0 0,-6-2 0,-3 5 0,-4-8 0,-3 3 0,-4-2 0,-4-6 0,-4 2 0,-2-2 0,-6-4 0,4-1 0,1-1 0,4-3 0,1-2 0,1 3 0,1-5 0,1-1 0,2-2 0,7-4 0,-2-1 0,4 0 0,1 0 0,-5-6 0,0 1 0,0-7 0,5 4 0,0-9 0,0-3 0,-33-29 0,-8-13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3:46.101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59 59 12495,'0'15'0,"0"0"0,0 0 0,5 1 0,2 2 0,-1 3 0,1 2 0,-1 1 0,-1 6 0,3-1 0,0 1 0,1 1 0,-6 1 0,3 3 0,3-3 0,-5-2 0,5-4 0,-3-3 0,-3-2 0,4-1 0,-2-6 0,-2 1 0,0-7 0,2-3 0,-3-3 0,4-4 0,-6-3 0,0-5 0,0-3 0,-19-34 0,-6-9 0</inkml:trace>
  <inkml:trace contextRef="#ctx0" brushRef="#br0" timeOffset="633">30 118 12495,'-8'-10'0,"3"1"0,-2 4 0,2-5 0,0 5 0,5-5 0,0 7 0,7-8 0,3 4 0,3-1 0,-3 5 0,-1-2 0,3 1 0,1 0 0,-3 2 0,-1-3 0,3 2 0,1-2 0,2 3 0,-1-3 0,1 4 0,0 1 0,-1 0 0,1 0 0,0 0 0,0 0 0,4 0 0,1 0 0,-2 0 0,-2 0 0,-1 6 0,1 2 0,0 2 0,-1 0 0,3 0 0,-8 4 0,3 1 0,2 0 0,-2 1 0,-2 2 0,-3 2 0,-1-2 0,-1 0 0,-2 0 0,1 3 0,-2 2 0,-2-4 0,-1 4 0,0 0 0,0 0 0,-4-3 0,-3 2 0,0 1 0,1 0 0,-5-5 0,1 3 0,-3-1 0,-2 0 0,0 1 0,1-3 0,-1 1 0,0-1 0,0 0 0,1 0 0,-1 2 0,0-2 0,1-2 0,-1-1 0,0 0 0,1-1 0,-1-4 0,0-2 0,0-1 0,1 3 0,-1-6 0,7 1 0,1-5 0,7 0 0,7-6 0,-1 3 0,4-7 0,16-13 0,-1-8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3:55.052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59 530 12354,'-14'-10'0,"-1"0"0,5 7 0,0-2 0,7 3 0,-4 2 0,7 0 0,0 0 0,0 7 0,0 1 0,2 7 0,1 1 0,2 4 0,2-2 0,-4 6 0,2 2 0,-2 2 0,4 6 0,-2 2 0,0 2 0,1 3 0,-3 3 0,5 3 0,1 2 0,-1-2 0,-3-1 0,3-2 0,0-1 0,0-4 0,-3 2 0,3-7 0,0-1 0,1-2 0,-6-8 0,2-4 0,-4-2 0,-1-9 0,0-2 0,0-6 0,0 0 0,0-6 0,2 4 0,3-3 0,3-16 0,7-4 0</inkml:trace>
  <inkml:trace contextRef="#ctx0" brushRef="#br0" timeOffset="667">441 750 12354,'-14'0'0,"4"0"0,0 0 0,0 0 0,-4 0 0,5 7 0,3 1 0,6 7 0,0-1 0,0 1 0,0 0 0,0 1 0,0 4 0,2-2 0,1 6 0,3 2 0,2 2 0,2 3 0,5 2 0,0 1 0,-1-1 0,1-1 0,0 1 0,-1 1 0,1-1 0,0-2 0,1-3 0,2-4 0,2-4 0,-1-4 0,-4-3 0,0-3 0,-1-5 0,1-3 0,0-2 0,-2-2 0,-3-3 0,3-3 0,-5-9 0,2 0 0,0-3 0,-1-5 0,4 4 0,-1-2 0,-2-3 0,-1-2 0,5-1 0,-3-2 0,-1-3 0,-5 3 0,3-4 0,-2 4 0,-2 2 0,-3 1 0,-1 2 0,0 3 0,0 2 0,-5 0 0,-1 4 0,-2 1 0,-4 3 0,-1 6 0,-2-1 0,1 2 0,-1 2 0,0 3 0,1-1 0,-1-1 0,0-2 0,5 0 0,1 5 0,-3 0 0,4 0 0,-2 0 0,7 0 0,-2 5 0,10 0 0,-2 1 0,7-2 0,2 1 0,-4 0 0,1-5 0,21 6 0,9 2 0</inkml:trace>
  <inkml:trace contextRef="#ctx0" brushRef="#br0" timeOffset="1155">765 236 12354,'-13'-10'0,"1"2"0,2 1 0,7 1 0,-3 2 0,-1-1 0,6 1 0,-4 4 0,10 0 0,4 0 0,4 0 0,2 0 0,0 1 0,-1 4 0,3 3 0,1 7 0,3 1 0,2 4 0,1 0 0,6 7 0,-1 4 0,1 0 0,-1 7 0,0 3 0,1 8 0,-1 10 0,1 1 0,-3 9 0,-2-1 0,-6-1 0,-2 5 0,-4-5 0,-3-2 0,-5-6 0,1-2 0,-1-8 0,-2-1 0,-1-3 0,-2-7 0,0-4 0,0-3 0,0-1 0,0-6 0,0-1 0,0-2 0,0-3 0,0-1 0,0-3 0,-2 1 0,-3 0 0,4-6 0,-6 0 0,2-1 0,0 0 0,-1-5 0,1 2 0,3-5 0,-3-5 0,4 2 0,1-7 0,0-1 0,0-9 0,0-3 0</inkml:trace>
  <inkml:trace contextRef="#ctx0" brushRef="#br0" timeOffset="2216">1808 735 12316,'-14'-8'0,"4"2"0,0 6 0,7 1 0,-2 4 0,3 5 0,2 8 0,0 3 0,2 4 0,3 6 0,3 0 0,7 8 0,-1 4 0,1 4 0,1-1 0,2 3 0,2-4 0,-2-1 0,2-1 0,-2-4 0,-4-5 0,-1-3 0,4-1 0,-9-2 0,0-4 0,-3-4 0,-4-4 0,-1-1 0,0-1 0,0-5 0,0-3 0,-13-45 0,-3-10 0</inkml:trace>
  <inkml:trace contextRef="#ctx0" brushRef="#br0" timeOffset="2550">1838 750 12342,'-10'-6'0,"0"-3"0,-1 1 0,4-5 0,2 3 0,4 2 0,1-2 0,6 2 0,4-3 0,3 3 0,2 1 0,1 1 0,2 2 0,3-1 0,2 2 0,-5 2 0,3 1 0,-1 0 0,0 0 0,4 0 0,-3 1 0,1 4 0,-1 5 0,-3 8 0,-7 3 0,-3 2 0,-1 3 0,-2-3 0,-5 1 0,0 4 0,0 5 0,-8 0 0,-5 4 0,-7 1 0,-3-1 0,-1-4 0,-6 1 0,1-3 0,-1-1 0,6-3 0,1-2 0,2-5 0,3-4 0,2-8 0,1-3 0,7-5 0,4-7 0,8-6 0,5-5 0,6-6 0,3 3 0,2-2 0,19-21 0,0-10 0</inkml:trace>
  <inkml:trace contextRef="#ctx0" brushRef="#br0" timeOffset="2983">2514 177 12342,'8'-15'0,"-3"1"0,-5 0 0,-5 5 0,2 2 0,-7 7 0,0 0 0,-3 2 0,2 3 0,1 4 0,2 5 0,-4 0 0,3 3 0,-3 2 0,4 4 0,-2 6 0,-1 2 0,-2 4 0,3 2 0,2 7 0,0 4 0,-1 6 0,6 1 0,-2 12 0,4 0 0,1 0 0,1 3 0,6 5 0,6-1 0,5-7 0,8-5 0,-2-3 0,4-4 0,2-6 0,-6-6 0,-1-16 0,0-2 0,0-5 0,-5-4 0,1-3 0,-2-3 0,-3-5 0,1-4 0,0-1 0,-1 0 0,-4 0 0,0 0 0,-7 0 0,4-6 0,-14-9 0,-1-8 0</inkml:trace>
  <inkml:trace contextRef="#ctx0" brushRef="#br0" timeOffset="3500">2823 691 12342,'-10'-8'0,"0"3"0,-1 4 0,-2 1 0,-2 0 0,2 1 0,1 4 0,3 5 0,5 3 0,-1 3 0,4 2 0,1 2 0,0 11 0,1-2 0,4 2 0,5 0 0,5 5 0,3 4 0,3 0 0,2 0 0,1 0 0,6-5 0,-2-4 0,-4-5 0,4 0 0,-5-8 0,-1-5 0,-2-6 0,1-6 0,-1-1 0,-2-3 0,-2-7 0,-6 0 0,0-11 0,0 0 0,-2-4 0,5-4 0,-5-4 0,0-1 0,-3 1 0,2 1 0,-2-1 0,-2-1 0,-2 1 0,-1 2 0,-1 2 0,-4-1 0,-5 1 0,-1 1 0,-1 4 0,2 4 0,-1 4 0,-2 6 0,-2 2 0,1 0 0,-1-1 0,5 6 0,0-2 0,5 4 0,-3 2 0,2 4 0,2 2 0,8 4 0,1-1 0,6-7 0,17 10 0,11-5 0</inkml:trace>
  <inkml:trace contextRef="#ctx0" brushRef="#br0" timeOffset="3900">3234 74 12342,'-5'-10'0,"-1"2"0,-2 2 0,4-6 0,-1 2 0,4 2 0,2 0 0,4 1 0,4 3 0,5 4 0,1 0 0,0 0 0,-1 0 0,1 1 0,0 4 0,4 8 0,1 8 0,0 2 0,1 3 0,-3 10 0,5 7 0,-2 6 0,-3 3 0,-2 4 0,-1 9 0,0 7 0,-1 4 0,-6 3 0,-1-7 0,-2-2 0,0-1 0,0-7 0,-5 0 0,0-7 0,0-6 0,0-10 0,0-4 0,0-4 0,0-2 0,0-6 0,0-3 0,0-4 0,0-1 0,0-1 0,0 1 0,0-7 0,-2-3 0,-3-10 0,-16-42 0,-10-17 0</inkml:trace>
  <inkml:trace contextRef="#ctx0" brushRef="#br0" timeOffset="4583">4395 750 12274,'-19'-6'0,"-1"-4"0,2-3 0,2 5 0,8-5 0,3 11 0,10-3 0,5 3 0,4 1 0,4-3 0,3-2 0,2-2 0,3 5 0,7-4 0,3 2 0,2 0 0,1-5 0,5 4 0,2-1 0,3 1 0,-4-4 0,4 5 0,-3 2 0,-2 1 0,-1 2 0,-4 0 0,-6 2 0,-7 3 0,0-2 0,-7 7 0,-1 1 0,-3 2 0,-5 2 0,-5 0 0,-36 12 0,-10 4 0</inkml:trace>
  <inkml:trace contextRef="#ctx0" brushRef="#br0" timeOffset="4967">4454 1147 12274,'-14'8'0,"-1"-3"0,0-3 0,5-2 0,1 0 0,7 0 0,2 0 0,8 0 0,5 0 0,3 0 0,4 0 0,5 0 0,2 0 0,4-2 0,2-1 0,3-4 0,2-1 0,-4 3 0,3-3 0,-1 0 0,-3 0 0,0 3 0,-1-3 0,1 0 0,-5-1 0,0 6 0,-9-2 0,-1 4 0,-2 1 0,-3 1 0,-3 4 0,-3-2 0,-7 7 0,0 2 0,0 1 0,0 1 0,0-4 0,0 0 0,-7-26 0,-1-2 0</inkml:trace>
  <inkml:trace contextRef="#ctx0" brushRef="#br0" timeOffset="5883">5939 633 12187,'-15'0'11,"5"-5"0,1 0-8,-3 2 1,6 3-4,1 4 0,3 5 0,2 5 0,0 3 0,0 2 0,2 6 0,3 9 0,4 5 0,4 4 0,2 2 0,0 4 0,1 7 0,4 6 0,-2 3 0,5 4 0,-2-7 0,-3-7 0,-2-4 0,-3-7 0,-1-3 0,-3-7 0,-5-6 0,1-13 0,-4-9 0,-1-6 0,0-6 0,0-9 0,-19-19 0,-6-5 0</inkml:trace>
  <inkml:trace contextRef="#ctx0" brushRef="#br0" timeOffset="6233">5851 809 12216,'-7'-15'4,"4"1"1,-5-1 0,1 0 2,4 0 0,3 1 0,5-3-4,5-2 0,4 3 0,6-6 1,4 3-3,4-1 1,-3-1-1,1 3 1,2-2-2,-1 2 1,6 9 0,-9 4 0,3 3-1,-3 2 1,2 2-1,-6 3 1,-2 6-1,-2 7 0,-6 6 1,-2 9-1,-1 1 0,-4-1 0,-1 3 0,-2 0 1,0 0-1,0 0 0,-2 3 0,-3-5 0,-5-1 0,-3-2 0,-2-3 0,1-2 0,-1-2 0,0 2 0,-4-4 0,-1-3 0,2-2 0,2-3 0,1-1 0,0-1 0,1-4 0,-1-1 0,0-3 0,1-4 0,-1 0 0,0 0 0,7-1 0,3-4 0,5-3 0,5 0 0,-3-5 0,50-28 0,5-15 0</inkml:trace>
  <inkml:trace contextRef="#ctx0" brushRef="#br0" timeOffset="6815">6909 221 12277,'0'-15'0,"-5"1"0,-1 1 0,-1 1 0,0 2 0,3 5 0,4-4 0,-7-1 0,-1 2 0,-5 4 0,3 8 0,-3 4 0,3 8 0,-3 2 0,-2 2 0,-1 7 0,-2 1 0,-2 7 0,3 2 0,0 2 0,3 5 0,-1 0 0,0 1 0,2 0 0,2 4 0,2 4 0,3-1 0,1 3 0,7-6 0,4 0 0,9 2 0,0-5 0,6 3 0,-2-5 0,1-5 0,6-1 0,-1-6 0,2 3 0,3-3 0,-6-7 0,1-4 0,1-1 0,2-1 0,-1 1 0,0-7 0,-5-2 0,0-1 0,2-5 0,-4 3 0,-2-1 0,-2-4 0,-1 3 0,-1-1 0,1-1 0,-7-1 0,-3 2 0,-3-4 0,-2 6 0,-2-7 0,-3 0 0,2 5 0,-7 0 0,-1-2 0,4 0 0,1 1 0,-1 0 0,-7 8 0,-9-4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4:07.734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95 1103 12134,'-14'0'0,"-1"0"0,0 0 2,1 0 6,-1 0 1,8 2 0,7 1-5,8 2 0,10 0 1,4-5-1,1 0-4,3 0 1,1 0 0,3 0 0,-1-2-1,1-2 0,1 0 0,1-6 0,3-1 0,-3-2 0,4 0 0,-2 1 0,-2 3 0,-6-3 0,1 6 0,-17 6 0,3 8 0</inkml:trace>
  <inkml:trace contextRef="#ctx0" brushRef="#br0" timeOffset="234">51 1456 12182,'-14'0'0,"-1"0"0,0 0 0,9-1 0,6-3 0,8-1 0,5 2 0,8-5 0,4 0 0,4-2 0,5 0 0,-1 5 0,4-5 0,1 1 0,0 0 0,-1-4 0,4 5 0,0-2 0,5 1 0,-7 4 0,5-5 0,16 0 0,9-5 0</inkml:trace>
  <inkml:trace contextRef="#ctx0" brushRef="#br0" timeOffset="1218">1712 368 12182,'0'-14'0,"0"-1"0,-6 7 0,-4 3 0,2 3 0,-2 2 0,0 2 0,2 3 0,-5 3 0,3 8 0,-3 4 0,-2 4 0,-4 11 0,-1 4 0,2 3 0,2 3 0,-1 5 0,0 6 0,-1 6 0,4 6 0,1-1 0,9 0 0,0-1 0,3-4 0,2 3 0,3-3 0,4-5 0,5-6 0,0-12 0,10-5 0,0-3 0,-1-1 0,1-7 0,3-4 0,-1-4 0,1-5 0,-3 3 0,0-5 0,-2 0 0,-3-3 0,-2-3 0,-1-2 0,0 0 0,-1 0 0,1 0 0,0 0 0,-5 0 0,-1 0 0,-5 0 0,-4-7 0,-9-1 0</inkml:trace>
  <inkml:trace contextRef="#ctx0" brushRef="#br0" timeOffset="2001">2080 795 12079,'-8'-7'2,"-1"1"1,4-4-2,4 3 0,-6 9 1,7 3-2,0 5 1,2 4 0,1 6-1,4 4 0,1 4 0,0 3 0,3 2 1,-1 3-1,2 1 0,1 3 0,1 4 0,1 0 0,0 0 0,0-5 0,-1 0 0,1-1 0,0-6 0,-6 1 0,0-13 0,-3-2 0,-3-2 0,6-8 0,-8-8 0,4-10 0,-3-3 0,-15-21 0,-4-5 0</inkml:trace>
  <inkml:trace contextRef="#ctx0" brushRef="#br0" timeOffset="2368">2050 883 12091,'-13'-7'0,"2"-1"0,3-2 0,1 1 0,2 4 0,5-5 0,0-2 0,5 4 0,2 0 0,1 2 0,3 2 0,7-4 0,3 0 0,1-2 0,-1 0 0,5 7 0,0-3 0,5 1 0,3 0 0,7 0 0,-3 5 0,1 2 0,0 2 0,-1 5 0,1 7 0,-5 4 0,-3 4 0,-3 4 0,-5 1 0,-7 2 0,-4 4 0,-9-4 0,2 4 0,-3 0 0,-2-1 0,-5 0 0,-4-4 0,-2-1 0,-5 1 0,-4-1 0,1 0 0,-4 1 0,0-1 0,-5 1 0,4-3 0,-3-1 0,3-1 0,-4-5 0,5 2 0,0 0 0,4-4 0,-2-2 0,1-3 0,2-2 0,2-1 0,6-5 0,0 5 0,7-8 0,0-1 0,6-4 0,5-8 0,7 1 0,-1-3 0,21-35 0,4-7 0</inkml:trace>
  <inkml:trace contextRef="#ctx0" brushRef="#br0" timeOffset="3352">3065 1441 12091,'-15'0'0,"0"0"0,0 0 0,6 0 0,0-1 2,3-4 1,-1 2 5,2-7 1,4 5 0,-4-5-3,3-1 0,2-2 1,0-2-5,0 0 1,-5 1 0,1-3-1,0-1-1,3-1 0,-1-7 1,-1 3-1,-2-2-1,2 1 1,1-6 0,2-4 0,0 0-1,0-2 0,6 5 1,3-4-1,0 4 0,1 2 0,2 0 0,6 1 1,1 2-1,-1 1 0,3 6 0,1-4 0,-1 0 0,0 0 0,5 5 0,-3-2 0,2 6 0,-1 4 0,-4-2 0,3 8 0,-2 0 0,-3 3 0,-7 1 0,-1 1 0,1 4 0,3 5 0,-5 3 0,-1 3 0,1 2 0,-1 2 0,2 1 0,3-3 0,-2 3 0,-1 2 0,0-3 0,4 4 0,1 3 0,0 0 0,-1 1 0,1 0 0,0 0 0,0 3 0,-2 3 0,-2-1 0,-3 1 0,-1-1 0,-2-1 0,-5 1 0,0 1 0,0-1 0,-2-2 0,-1-3 0,-4-2 0,-1-2 0,3-6 0,-3 2 0,1-4 0,4-1 0,-3 0 0,1-1 0,-7 1 0,11-9 0,-4-6 0,3-1 0,4-7 0,1 0 0,2-1 0,5 4 0,-5-4 0,6-53 0,-3-18 0</inkml:trace>
  <inkml:trace contextRef="#ctx0" brushRef="#br0" timeOffset="4252">3976 736 12161,'-10'-13'0,"0"1"0,-1 3 0,4 5 0,-1-2 0,3 6 0,4 0 0,-6 0 0,9 5 0,1 1 0,2 2 0,-2 4 0,0 1 0,1 2 0,2-1 0,2 1 0,-3 6 0,3 2 0,1 3 0,-1 4 0,2-4 0,4 10 0,1 0 0,0 3 0,1-2 0,2 3 0,2-1 0,-2-2 0,4-1 0,1-6 0,2-3 0,-1-2 0,-4-5 0,3-11 0,-2-4 0,-3-3 0,0-4 0,0-3 0,1-4 0,-1-5 0,-6-5 0,-2-2 0,1-2 0,2-3 0,0-2 0,-1-2 0,-4-1 0,-2-3 0,-1 1 0,-5-4 0,0 1 0,0 3 0,0-3 0,-1 2 0,-4 0 0,-5-2 0,-8 6 0,-2-1 0,2 7 0,2 3 0,-4-1 0,1 6 0,1 0 0,2 3 0,1 3 0,2-2 0,3 3 0,2 5 0,3 0 0,3 2 0,-4 4 0,7 1 0,4 2 0,-1 0 0,4-4 0,-2 4 0,6-3 0,-4 4 0,7-6 0</inkml:trace>
  <inkml:trace contextRef="#ctx0" brushRef="#br0" timeOffset="4735">4358 89 12161,'-15'-15'0,"7"1"0,2 1 0,-1 3 0,5-3 0,-2 3 0,8 3 0,6 3 0,3 2 0,4 2 0,1 0 0,3 2 0,2 2 0,1 6 0,7 8 0,2 3 0,1 2 0,5 7 0,-3 6 0,2 3 0,3 7 0,0-2 0,-1 6 0,-2 3 0,-2 5 0,-7 3 0,-6 6 0,-2 0 0,-3 0 0,-3-5 0,-5 1 0,-5 0 0,-4 0 0,-1-4 0,-1 0 0,-2-9 0,-2-4 0,-7 3 0,4 0 0,-2-3 0,0-5 0,6 0 0,-5-6 0,1 1 0,0 0 0,0-1 0,-4-6 0,3 0 0,-3 1 0,4-6 0,0-1 0,0-2 0,0-3 0,4-6 0,-2-2 0,-1 1 0,6-4 0,-6-1 0,7-8 0,0-2 0,0-6 0,-7-3 0,-14-22 0,-10-4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4:06.368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712 969 12329,'0'-14'0,"0"4"0,0 0 0,0-1 0,0 3 0,0-2 0,0 6 0,0 0 0,0 8 0,0 8 0,0 6 0,5 5 0,0 8 0,0 1 0,1 3 0,-4 6 0,3-2 0,-2 2 0,2-2 0,-3 2 0,3-7 0,-4-1 0,-1-2 0,0-4 0,0-2 0,0-6 0,-19-54 0,-6-16 0</inkml:trace>
  <inkml:trace contextRef="#ctx0" brushRef="#br0" timeOffset="400">1065 455 12329,'-15'0'0,"2"2"0,3 3 0,-1-2 0,4 7 0,1 1 0,-1 2 0,2 3 0,5 4 0,0 5 0,0 2 0,7 4 0,3 2 0,3 1 0,1-1 0,6-2 0,0-2 0,-2-1 0,-2-3 0,4 1 0,-1-8 0,-1-5 0,-2-7 0,-1-4 0,0-2 0,0-2 0,-1-3 0,1-8 0,0-8 0,-1-2 0,1-3 0,0-2 0,-2-1 0,-2 1 0,-1 4 0,-7-4 0,2 5 0,-3-1 0,-2-1 0,0 7 0,-2-1 0,-3 2 0,2 7 0,-7 2 0,-1 2 0,-2 1 0,-2 5 0,7 6 0,8 2 0,8 7 0</inkml:trace>
  <inkml:trace contextRef="#ctx0" brushRef="#br0" timeOffset="785">1359 73 12329,'-8'-7'0,"-4"-1"0,6-5 0,-2 3 0,4-3 0,-1 3 0,5 4 0,5 1 0,3 5 0,9 5 0,1 5 0,1 3 0,8 3 0,-3 4 0,4 4 0,1 4 0,2 8 0,3 3 0,4 5 0,0 5 0,-2 5 0,-7 10 0,0 4 0,1 4 0,-12 2 0,-5-1 0,-5-1 0,-5-3 0,-8 1 0,-4-6 0,-5-4 0,0-4 0,-1-7 0,-1-9 0,-2 0 0,-2 0 0,2-4 0,7-3 0,3-5 0,1-4 0,-3-6 0,4 2 0,-2-4 0,4-1 0,-22-46 0,2-12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4:18.169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102 89 12232,'-13'-10'20,"3"0"1,-3 5-8,3-4 1,4 4 0,-1-3 21,1 1-9,4 2-17,-4 5 0,6 2-7,0 3 1,1 5 0,3 7 0,0 5-3,0 1 1,4 1 0,0 7 0,2 3-1,0 6 0,-2-3 0,3 4 0,-1 1 0,2 1 0,-1 4 0,0-11 0,-1-1 0,2-6 0,-6-9 0,1-1 0,-2-3 0,-1-1 0,1-7 0,0-3 0,0-10 0,-2-4 0,-1 0 0,-2 0 0,0-3 0,0-1 0,0-3 0,0-4 0,-13-35 0,-3-16 0</inkml:trace>
  <inkml:trace contextRef="#ctx0" brushRef="#br0" timeOffset="683">58 133 12407,'-8'2'0,"1"1"0,1 2 0,-1 1 0,-2-1 0,0-3 3,4 3 2,4-4 1,-4-7-1,10-4-4,5-3 1,-2 3 0,2 0-1,1-1-1,2-2 0,2-2 0,-1 2 1,1 2-1,0 1 0,0 2 0,-1-4 0,3 4 0,2 2 0,-2 1 0,2 5 0,-1 0 0,2 0 0,-4 0 0,4 1 0,-2 4 0,1 5 0,-2 3 0,2 2 0,-3 0 0,-1-1 0,0 3 0,0 1 0,-2 1 0,-4-1 0,3 3 0,-6-1 0,1-2 0,-1-2 0,4 1 0,-5 1 0,-2 1 0,-1-1 0,-2-2 0,0 1 0,0 1 0,0 1 0,-5 1 0,-1-5 0,-1-1 0,1 1 0,-6 5 0,4-1 0,-2-1 0,0-1 0,2-3 0,-3 1 0,1 0 0,-1-1 0,2-1 0,1-1 0,0-2 0,0 1 0,-2 1 0,-3-1 0,3-1 0,2-7 0,5 4 0,-2-1 0,-7-4 0,9 4 0,-7-6 0,7 2 0,-2 3 0,2-4 0,-2 4 0,3-3 0,-11-2 0,10 0 0,-7 0 0,5 0 0,-4 0 0,5 0 0,-9 0 0,10 0 0,-7 0 0,7 0 0,-2 0 0,10 0 0,-2 0 0,7 0 0,39-39 0,15-10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4:29.269"/>
    </inkml:context>
    <inkml:brush xml:id="br0">
      <inkml:brushProperty name="width" value="0.06" units="cm"/>
      <inkml:brushProperty name="height" value="0.06" units="cm"/>
      <inkml:brushProperty name="color" value="#0432FF"/>
    </inkml:brush>
  </inkml:definitions>
  <inkml:trace contextRef="#ctx0" brushRef="#br0">59 262 12083,'-15'-8'18,"5"-3"5,1 6-18,-1 0 0,2 6 1,3 4-1,3 7-1,2 6 0,2 5 0,1 6 0,4 2-2,1 3 0,2 4 0,4 8 0,1 3-2,0 5 0,4 4 1,1 4-1,-2 2 0,-2-2 0,-1-1 0,-2-4 0,-2-2 0,-1-1 0,-7-11 0,2-1 0,-3-4 0,-2-6 0,-2-6 0,-1-3 0,-3-3 0,-3-7 0,4 0 0,-4-8 0,5-2 0,-1-8 0,4-5 0,2-7 0,3-5 0,1-1 0,0-1 0,-2-25 0,0-10 0,1-5 0,0 1 0</inkml:trace>
  <inkml:trace contextRef="#ctx0" brushRef="#br0" timeOffset="484">74 350 12170,'-15'0'0,"0"0"0,2-1 0,3-4 0,4-3 0,6-7 0,0 0 0,6 1 0,4-3 0,3-1 0,2-1 0,1-3 0,4 4 0,4-3 1,4-2 1,-3 1 0,-1-5 0,2 5 1,2 0 0,1 3 1,-1 6-1,-2 1-1,-1 2 0,-7 7 0,1 0-2,-2 6 0,-9 5 1,-3 9-1,-4 2 0,-1 6 0,-1 4 0,-4 4 0,-5 3 0,-3 1 0,-2 1 0,1 3 0,-1-2 0,0 2 0,5-4 0,1 1 0,-3-2 0,-1-4 0,0-1 0,2-1 0,1-2 0,-2-4 0,4 2 0,-2-6 0,-1-2 0,-2-3 0,-2-6 0,1-4 0,4-3 0,0-2 0,-1 0 0,2-5 0,1-2 0,2-1 0,2-3 0,3-2 0,1-2 0,0 0 0,0 6 0,0-1 0,0-2 0,1 4 0,4-2 0,3 5 0,7-3 0,0 2 0,-7 1 0,18 5 0,-1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5:42.521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15 74 12524,'0'-14'0,"0"-1"0,0 5 0,0 0 0,0 6 0,0-6 0,0 6 0,-1-2 0,-4 6 0,3 2 0,-3 2 0,4 5 0,1 5 0,0 3 0,0 2 0,4 4 0,1 8 0,0 3 0,2 6 0,-4 2 0,7 4 0,0 3 0,-2 5 0,3 8 0,-4 1 0,-1 1 0,1 2 0,-1-4 0,-2 6 0,0 1 0,0-2 0,-3 3 0,-1-6 0,0-2 0,0-2 0,5 4 0,0 0 0,-2-2 0,-1-2 0,3 0 0,0 4 0,0 3 0,1 0 0,-2-2 0,4-6 0,0 0 0,0 0 0,-5 0 0,4-2 0,-2-2 0,0-1 0,0-6 0,-4 2 0,2-2 0,2-4 0,0 1 0,-5-9 0,0 0 0,0 0 0,0 3 0,0-4 0,0-4 0,0-5 0,2 2 0,1-4 0,2 2 0,-2-1 0,1 1 0,-1-5 0,3 0 0,3 1 0,-5 4 0,5-3 0,-3 1 0,-3 1 0,4-6 0,-2 6 0,-2-1 0,-1-1 0,-2 3 0,0-5 0,0 1 0,0-1 0,0 5 0,0-3 0,0 1 0,0 1 0,-2-6 0,-1 4 0,-2 0 0,2 0 0,-4-3 0,2 2 0,2 0 0,1-4 0,2 3 0,0-1 0,0-1 0,0 2 0,5 1 0,2 5 0,1-1 0,3 1 0,-2 4 0,-1-8 0,0-1 0,0-2 0,-5 1 0,2-1 0,-3-2 0,-2-2 0,0-6 0,0 0 0,0 1 0,0 2 0,0 2 0,0 0 0,0-1 0,0 1 0,0 0 0,0-1 0,0 1 0,0 0 0,0-1 0,0 1 0,-2-2 0,-3-3 0,4 3 0,-4-3 0,3 3 0,2-3 0,0 0 0,0-7 0,2 3 0,1-7 0,2-4 0,6-3 0,-1-7 0,10-32 0,3-9 0</inkml:trace>
  <inkml:trace contextRef="#ctx0" brushRef="#br0" timeOffset="1800">309 3867 12460,'-15'-8'0,"1"3"0,-1-2 0,0 2 0,1 2 0,4 1 0,0 2 0,0 0 0,2 0 0,2 0 0,7 0 0,4 0 0,5 0 0,-2 5 0,2 0 0,1-2 0,2-1 0,2-2 0,0 0 0,1 0 0,4 0 0,-4 0 0,5 0 0,-1 2 0,-1 3 0,6-4 0,-4 4 0,0-3 0,1-2 0,4 0 0,-3 0 0,1 0 0,1 0 0,-1-2 0,6-1 0,-3-2 0,-2 2 0,3 1 0,-6 2 0,3-2 0,-1-2 0,-1 2 0,3-3 0,-3 2 0,-1-2 0,2 3 0,-3-3 0,1 4 0,-1 1 0,0 0 0,-3 0 0,3-2 0,2-3 0,-5 4 0,3-4 0,-1 3 0,-1 2 0,3 0 0,-4 0 0,3 2 0,2 3 0,-4-4 0,4 6 0,0-2 0,0-1 0,-3 3 0,2-4 0,1 4 0,0 1 0,2-5 0,2 4 0,0-2 0,-3 0 0,1 1 0,4-3 0,0 4 0,1 1 0,-1-5 0,1 4 0,-1-2 0,0 0 0,1 0 0,1-4 0,1 2 0,3 2 0,-1 0 0,-3-5 0,2 0 0,1 0 0,5 0 0,-3 0 0,0 0 0,0 0 0,5 0 0,-4 0 0,1 0 0,-4 0 0,2 0 0,0 0 0,2 0 0,2 0 0,-4 0 0,0-1 0,-1-3 0,-1-1 0,2 1 0,-2 2 0,4-1 0,-1-2 0,4-5 0,-5 3 0,2 1 0,2-1 0,-2 1 0,1 3 0,0-2 0,-1 1 0,0 3 0,-4 1 0,3 0 0,1 0 0,0 0 0,-6 0 0,4 0 0,2 0 0,-4 0 0,4 0 0,-1 0 0,1 0 0,-4 0 0,4 0 0,-1 0 0,1 0 0,-4-5 0,4 0 0,-1 2 0,1 1 0,-1 2 0,4-2 0,-3-1 0,-2-2 0,4 0 0,0 5 0,2-1 0,2-4 0,-5 3 0,1-3 0,0 4 0,3 1 0,-1 0 0,-1 0 0,-3 0 0,-2 0 0,4 0 0,-2 0 0,1 0 0,0 0 0,-4 0 0,4 0 0,2 0 0,1 0 0,-3 0 0,-1 0 0,0 0 0,-1 0 0,-3 0 0,4 0 0,0-2 0,-1-3 0,-4 4 0,3-4 0,-2 1 0,0-1 0,5 4 0,-4-4 0,-1 3 0,2 2 0,-3-1 0,4-3 0,-1-1 0,-3 2 0,-1 2 0,1 1 0,1 0 0,-1 0 0,-2 0 0,-1 0 0,-1 0 0,0 0 0,1-5 0,-1 0 0,1 2 0,-1 1 0,0 2 0,-1 0 0,0 0 0,1 0 0,-8-2 0,9-1 0,-2-2 0,-1 2 0,-2 1 0,-1 2 0,3 0 0,0 0 0,-2 0 0,-2 0 0,0 0 0,-1 0 0,1 0 0,3 0 0,-3 0 0,-1 0 0,4 0 0,-2 0 0,2 0 0,-1 0 0,3 0 0,-4 0 0,4 0 0,1 0 0,-1 0 0,-2 0 0,-1 0 0,1 0 0,-2-5 0,2-1 0,2-1 0,-2 1 0,-1-1 0,1 4 0,-2-4 0,3-1 0,-1 3 0,0-3 0,-3 2 0,-2 2 0,5-2 0,-2 1 0,4 2 0,2 1 0,-3 0 0,0-1 0,-1-2 0,5 2 0,-7 1 0,6 2 0,-3 0 0,1 0 0,2 0 0,-1 0 0,0 0 0,1 0 0,-2 0 0,-2 0 0,-2 0 0,2 0 0,0 0 0,1 0 0,-3 0 0,2 0 0,-3 0 0,0 0 0,0 0 0,0 0 0,-4 0 0,4 0 0,0 0 0,0 0 0,-4 0 0,6 0 0,-1 0 0,-1 0 0,5 0 0,-3 0 0,1 0 0,-2 0 0,2 0 0,-4 0 0,0 0 0,5 0 0,-5 0 0,1 0 0,0 0 0,0 0 0,-3 0 0,2 0 0,0 0 0,-4 0 0,0 0 0,0 0 0,1 0 0,-1 0 0,-2 0 0,-1 0 0,0 0 0,0 0 0,-1 0 0,1 0 0,0 0 0,-1 0 0,1 0 0,-5 0 0,0 0 0,1 0 0,-3 0 0,2 0 0,2 0 0,-4 0 0,1 0 0,3 0 0,-4 0 0,2 0 0,0 0 0,4 0 0,-5 0 0,4 0 0,-12 0 0,7-5 0,-3 1 0,-3-3 0,3 2 0,-2 3 0,2-2 0,-3-5 0,4 8 0,-6 7 0,0 11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5:46.521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59 45 12300,'-2'-8'1,"-3"3"-1,4 3 0,-12 2 0,11 0 0,-4-2 0,6-3 0,0 4 0,-2-6 0,-3 7 0,3 0 0,-6 0 0,3 0 0,4 0 0,-6 2 0,7 3 0,0-2 0,0 7 0,0 1 0,0 2 0,0 4 0,0 1 0,2 3 0,3 2 0,-4 1 0,6 7 0,-2 4 0,0 4 0,4 3 0,-2 4 0,0 3 0,-1 5 0,4 3 0,-4 2 0,1 0 0,-1-1 0,4 1 0,-5-2 0,0-1 0,2-2 0,-6-7 0,6 2 0,-2-1 0,0 1 0,1 1 0,-3 4 0,2-3 0,-2-1 0,4-2 0,-2 6 0,-2 1 0,-1 2 0,-2-3 0,0 0 0,1 3 0,4 5 0,-3-6 0,3 3 0,-2-2 0,2 0 0,-2-1 0,5-1 0,1 1 0,-1-6 0,-3-4 0,3-5 0,0-4 0,0-1 0,2-1 0,3-8 0,-1-1 0,-3-1 0,1-5 0,3 2 0,-1 0 0,-3-4 0,-4 3 0,3 0 0,-1 0 0,-4 1 0,4-1 0,-2-2 0,0 6 0,1 3 0,-4 1 0,3 0 0,-2 1 0,2-1 0,-4 1 0,4-1 0,-3 0 0,-2 1 0,0-1 0,2 1 0,1-3 0,2-2 0,0 3 0,-5-4 0,0 2 0,0-1 0,0-2 0,1-5 0,3 3 0,1 2 0,-1-4 0,-4 4 0,0-2 0,0-3 0,0 0 0,0 0 0,0 2 0,0-2 0,0-2 0,0-1 0,0 0 0,0-1 0,0 1 0,0 1 0,0 2 0,0 2 0,0 1 0,0-3 0,0 2 0,0-2 0,0 3 0,0-2 0,0 1 0,0 1 0,-4-4 0,-1 2 0,1-2 0,3-3 0,1 1 0,-2-2 0,-1-2 0,-2-1 0,0-5 0,5 5 0,0-7 0,0 4 0,7-7 0,-1-2 0,4-3 0,3-9 0,-5-9 0</inkml:trace>
  <inkml:trace contextRef="#ctx0" brushRef="#br0" timeOffset="1633">74 89 12355,'-7'-15'2,"4"5"-2,-7 1 0,5 0 0,-5 0 0,7-5 0,-3 13 0,6-6 0,6 7 0,4 0 0,3 0 0,2 2 0,1 1 0,2 2 0,2-2 0,6-1 0,-2-2 0,4 0 0,1 0 0,1-5 0,-1 0 0,2 0 0,3-1 0,-3 4 0,5-3 0,-1 4 0,-1 1 0,2 0 0,-5 0 0,0 0 0,-3 0 0,-2 0 0,3 0 0,1 0 0,-1 0 0,0 0 0,-1 0 0,-2 1 0,-1 4 0,-1-3 0,6 3 0,-2-4 0,-4-1 0,4 0 0,-5 0 0,1 0 0,1 0 0,-7 0 0,3 0 0,-2 0 0,1 0 0,0 0 0,-6 0 0,1 0 0,-5 0 0,0 0 0,-7 0 0,3 2 0,-6 3 0,0-4 0,-1 11 0,-4-7 0,3 0 0,-6-5 0,3 0 0,4 0 0,-6 0 0,1 0 0,2 0 0,-4 1 0,2 4 0,1 3 0,3 7 0,-1 0 0,-2 0 0,0 4 0,5 2 0,0 2 0,0 3 0,0 4 0,0 4 0,2 5 0,3 4 0,-2 2 0,7 4 0,-1 5 0,0 3 0,4 9 0,-4 1 0,4 3 0,2 3 0,-5-7 0,0 7 0,0-1 0,-2 0 0,3-2 0,-6 1 0,0 0 0,1 0 0,-2-6 0,4 4 0,-2 2 0,-2 6 0,2-7 0,1 4 0,-1-2 0,1 0 0,4 1 0,-1 1 0,3-3 0,2-2 0,-5-2 0,-1-7 0,3 2 0,1 1 0,2-14 0,-1 1 0,1-9 0,0-5 0,-1 3 0,0-5 0,-3-1 0,-1-2 0,-2-1 0,3-1 0,-2 0 0,-3 1 0,4-1 0,-5 1 0,0 1 0,1 3 0,-4-1 0,3 4 0,-4 1 0,-1-1 0,0-2 0,0 2 0,0 1 0,0-1 0,-1-3 0,-3 4 0,0-2 0,0-3 0,3-2 0,1-4 0,0 0 0,0-3 0,0-6 0,0 2 0,0-4 0,0-6 0,0 0 0,0 1 0,0-3 0,0 2 0,0 1 0,0 2 0,0 2 0,0 0 0,0-5 0,0-1 0,0 3 0,0 1 0,0 2 0,0-1 0,0 1 0,0-7 0,0-1 0,0-9 0,0-3 0,0-3 0,-7 0 0,5 1 0,-4 7 0,6 2 0,0 3 0,0-3 0,0 2 0,0-8 0,5 0 0,0-6 0,0 7 0,-5-23 0,0 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5:49.121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15 132 12357,'0'-14'0,"0"-1"0,0 0 0,0 6 0,0-1 0,0 0 0,0-5 0,0 1 0,0-1 0,0 7 0,-6 1 0,4 9 0,-3 4 0,4 7 0,1 5 0,0 8 0,0-1 0,0 4 0,0 6 0,1 4 0,4 10 0,3 5 0,0 3 0,6 3 0,-5 6 0,4 7 0,2 9 0,0 0 0,0-1 0,-1-1 0,1-3 0,-2 0 0,-3-2 0,-4 0 0,1-3 0,-6-7 0,4 2 0,-3 2 0,-2 3 0,0-9 0,0 8 0,0-6 0,0-1 0,0 6 0,0-3 0,0 0 0,0-4 0,5 3 0,0-4 0,0-3 0,1-4 0,1-8 0,3 1 0,-4-7 0,1-7 0,-4-8 0,5-3 0,-1-2 0,2-1 0,-2-6 0,1 1 0,-5 0 0,2 0 0,-3-1 0,-2 1 0,0 0 0,0-6 0,0 1 0,-2-2 0,-3 2 0,2-3 0,-7-7 0,5-5 0,-3-3 0,2-4 0,2-4 0,3-4 0,-1 1 0,-3-6 0,4-42 0,-6-11 0</inkml:trace>
  <inkml:trace contextRef="#ctx0" brushRef="#br0" timeOffset="1016">148 250 12343,'-15'0'0,"0"0"0,1 0 0,-1 0 0,0 0 0,5 5 0,1 0 0,5 0 0,-2-5 0,12 0 0,4 0 0,3 0 0,3-5 0,2 0 0,2 0 0,-2-2 0,3 6 0,0-6 0,2 2 0,3 1 0,2-6 0,2 3 0,-1-1 0,0-3 0,6 2 0,1 1 0,0 0 0,-1 0 0,0 0 0,-4-2 0,1 3 0,3 1 0,-1-1 0,-6-2 0,-4 2 0,-4 1 0,1 4 0,-1-3 0,-2 3 0,-2 2 0,-6 0 0,0 2 0,1 3 0,-4-2 0,-2 7 0,-4 1 0,1-2 0,1 0 0,2 3 0,0-4 0,-4 2 0,4 1 0,-3-3 0,3 2 0,-3 2 0,-2-4 0,0 2 0,0 1 0,0 2 0,0 2 0,0-1 0,0 1 0,0 1 0,0 2 0,0 2 0,-2 6 0,-1-1 0,-2 2 0,1 3 0,3 1 0,1 3 0,0 7 0,0 6 0,0-1 0,1 5 0,4-1 0,5 4 0,3 5 0,2 5 0,0 3 0,-1 0 0,1 0 0,0-5 0,-1 3 0,1 2 0,0-5 0,-2 2 0,-2-4 0,-1-1 0,-7 1 0,2 1 0,-3-1 0,-2-3 0,0-6 0,0 1 0,0 1 0,0-1 0,0-5 0,0 2 0,0-5 0,0-5 0,0 4 0,0-5 0,0 1 0,0 0 0,2-5 0,1 4 0,3-1 0,3 1 0,-5-5 0,5-1 0,-1-4 0,0-4 0,-5-4 0,2 3 0,-2-2 0,2-3 0,-3-2 0,3-1 0,-4 0 0,-1 0 0,0-1 0,0 1 0,-4 0 0,-1-1 0,1 1 0,-2 0 0,1-1 0,2 1 0,-4 0 0,2 0 0,0-1 0,5 1 0,0-5 0,0 0 0,0-7 0,2 3 0,3-6 0,-3-1 0,2-4 0,-2 2 0,-2-7 0,0-2 0,0-1 0,0 3 0,0 1 0,0-27 0,0-12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5:53.737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74 133 12263,'-10'-8'0,"0"3"0,7 3 0,-4 9 0,9 4 0,3 7 0,-2 0 0,5 5 0,0 2 0,1 2 0,-4 1 0,3 11 0,0 2 0,0 2 0,0 1 0,2 0 0,-3-2 0,-1-3 0,-4-3 0,4-6 0,-1-2 0,0-4 0,0-8 0,-5-6 0,0-7 0,0-74 0,0-27 0</inkml:trace>
  <inkml:trace contextRef="#ctx0" brushRef="#br0" timeOffset="617">30 118 12263,'-10'0'0,"0"0"0,7 0 0,-4-1 0,9-3 0,3 0 0,5 0 0,8-2 0,3-1 0,0 1 0,0-1 0,5-3 0,-1 4 0,3-1 0,1 1 0,5-4 0,2 3 0,0 1 0,0-1 0,0-2 0,-3 4 0,1 1 0,-1 3 0,-2 1 0,-4 0 0,-2 0 0,-5 0 0,1 0 0,-2 0 0,-1 0 0,-6 0 0,-2 0 0,-7 1 0,2 4 0,-4 5 0,-1-2 0,0 2 0,0 1 0,0 3 0,0 0 0,-1 1 0,-4 0 0,3-1 0,-3 1 0,4 0 0,1-1 0,-5 3 0,0 1 0,2 1 0,1-1 0,2 4 0,0-1 0,0 0 0,0 0 0,5 4 0,0-4 0,0 0 0,1 0 0,-4 4 0,3-4 0,-4 2 0,-1 3 0,0-3 0,0 0 0,0 0 0,0 0 0,0-4 0,0 4 0,0-2 0,0-3 0,5 3 0,0-1 0,-2-2 0,-1-2 0,0-1 0,1 0 0,2-1 0,-2 1 0,0-2 0,2-3 0,-1 0 0,5-10 0,-5 1 0,1-10 0,-4-3 0,-1-1 0,2-2 0,1 1 0,2-1 0,-2 0 0,-1 1 0,-2-1 0,0 0 0,0 5 0,0 1 0,-20 5 0,-4-2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5:52.187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30 74 12263,'-8'0'0,"0"0"0,3 0 0,3 1 0,-3 4 0,3 3 0,2 7 0,0 0 0,0-1 0,2 6 0,1 1 0,4 2 0,1 3 0,-5 2 0,4 1 0,-2 2 0,0 4 0,1 1 0,-3 5 0,2-2 0,-1 2 0,-3 1 0,-1 0 0,0-1 0,0-1 0,0-3 0,0 2 0,0-6 0,0-7 0,0-5 0,0-6 0,0 0 0,0-1 0,2-7 0,3-7 0,-4-7 0,6-7 0,-1-1 0,3-45 0,5-12 0</inkml:trace>
  <inkml:trace contextRef="#ctx0" brushRef="#br0" timeOffset="632">59 162 12263,'-14'0'0,"4"0"0,0 0 0,7-2 0,-4-1 0,1-2 0,6-1 0,0 2 0,8-1 0,5-1 0,2 3 0,1-4 0,3-1 0,-1 3 0,7-5 0,1 0 0,2 2 0,1-5 0,2 5 0,2-2 0,1 0 0,5 2 0,-3-2 0,0 4 0,0-1 0,3 6 0,-4-4 0,-3 3 0,-1 2 0,-1 0 0,-2 0 0,-2 0 0,-2 0 0,-6 5 0,2 0 0,-4 0 0,-1 1 0,0-2 0,-1 5 0,-6-4 0,-1 4 0,-1-3 0,-4 5 0,3-1 0,-3-2 0,-2 2 0,0-6 0,0 9 0,0-10 0,0 7 0,-5-1 0,0 6 0,2 0 0,1 0 0,2-1 0,-2 1 0,-3 0 0,4 1 0,-4 4 0,3 2 0,2 1 0,0 7 0,0-3 0,2 6 0,3 0 0,-4 3 0,6-2 0,-2 0 0,0 2 0,5-5 0,-4 4 0,1-4 0,-1-2 0,-1-1 0,-5-2 0,0-3 0,0-2 0,0 3 0,0-4 0,0-2 0,-2-7 0,-3-1 0,4 0 0,-6-3 0,7-7 0,7-27 0,1-12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6:10.83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2073 1792 12453,'-8'-7'0,"0"5"0,3-2 4,3 2 1,-6 2 5,3 0-4,3-7-6,-4 6 1,6-7-1,0 3 0,0 3 0,-7-4 0,4 6 0,-7 0 0,1 0 0,-6 0 0,0 6 0,0 4 0,1 3 0,4 0 0,0 0 0,-1 0 0,-2 3 0,-2 2 0,2-3 0,1 1 0,3 4 0,1-4 0,-4 4 0,4-2 0,1 2 0,2-4 0,5 5 0,0-1 0,0-1 0,0 3 0,2-4 0,3 1 0,5-1 0,3-2 0,2-1 0,-1 0 0,1 0 0,1-6 0,2-1 0,2-1 0,-2-4 0,-2-1 0,-1-2 0,0 0 0,-1 0 0,1 0 0,0-2 0,-1-3 0,-4-1 0,-2-6 0,0 3 0,1-3 0,-6 4 0,3 0 0,-1 0 0,0 0 0,0 3 0,-3-4 0,3 3 0,-4-1 0,4 3 0,-3 2 0,-2-5 0,0 7 0</inkml:trace>
  <inkml:trace contextRef="#ctx0" brushRef="#br0" timeOffset="683">2441 1836 12479,'-5'-10'0,"-2"2"0,-1 1 0,3 2 0,-3 4 0,1-4 0,-4 3 0,1-3 0,2 4 0,0 2 0,0 3 0,-1 0 0,5 8 0,-6-2 0,0 3 0,2 1 0,-4 3 0,6 1 0,-1 3 0,1 2 0,-4 0 0,5 3 0,2-3 0,1-2 0,2 3 0,0-2 0,0-1 0,0 0 0,2-1 0,3-7 0,4-3 0,5-4 0,0-6 0,1 0 0,0-6 0,-1-4 0,1-5 0,0-4 0,-2 1 0,-2-5 0,-1 0 0,1 0 0,-2 0 0,-1-1 0,0 4 0,0 4 0,-5 1 0,2 0 0,-3 1 0,-2-1 0,-2 7 0,-3 3 0,2 3 0,-5 4 0,1 3 0,4 4 0,-3 6 0,1 3 0,1 2 0,3-2 0,1-2 0,0 0 0,0 2 0,0 2 0,0 0 0,0-6 0,0 1 0,1-5 0,4-2 0,5-2 0,3-1 0,0-6 0,-3-4 0,3 2 0,-3-7 0,16-72 0,-10 30 0,-1 0 0</inkml:trace>
  <inkml:trace contextRef="#ctx0" brushRef="#br0" timeOffset="967">2573 1395 12479,'-5'-15'0,"0"0"0,-5 1 0,5-1 0,2 0 0,1 7 0,2 3 0,0 10 0,0 5 0,5 8 0,2 3 0,-1 4 0,1 6 0,3 0 0,-4 8 0,2 2 0,4 1 0,-4 4 0,2 3 0,0 5 0,-2 3 0,5 2 0,-5 0 0,2-1 0,0 1 0,-2-3 0,2-7 0,-6-10 0,-2-6 0,-2-11 0,0-2 0,0-10 0,0-10 0,-19-67 0,-6-21 0</inkml:trace>
  <inkml:trace contextRef="#ctx0" brushRef="#br0" timeOffset="1183">2499 1806 12479,'-14'0'0,"5"0"0,5-6 0,8-2 0,6-2 0,3 0 0,2 0 0,1-4 0,2-1 0,2 0 0,1 5 0,-3 1 0,3-1 0,2 2 0,-5-4 0,3 7 0,1 2 0,20 14 0,12 6 0</inkml:trace>
  <inkml:trace contextRef="#ctx0" brushRef="#br0" timeOffset="1550">2867 1924 12479,'0'10'0,"1"-2"0,4-2 0,-3 1 0,5-4 0,-1 2 0,1-2 0,4-7 0,-1-6 0,1-3 0,2-4 0,2-1 0,0-3 0,-1-2 0,1 4 0,-2-4 0,-1 0 0,-3 0 0,0 5 0,0-2 0,-4 4 0,-3 1 0,-2 1 0,0-1 0,-7 7 0,-2 3 0,-4 3 0,-2 2 0,0 0 0,0 0 0,1 0 0,-1 0 0,5 5 0,0 2 0,-1 1 0,-2 3 0,5-2 0,1 0 0,2 3 0,0 1 0,1 6 0,4 3 0,0-1 0,0 0 0,1 5 0,4-1 0,5 3 0,3 1 0,2 0 0,1-1 0,2-2 0,2-1 0,6-7 0,-2 0 0,2-7 0,-1-6 0,1-3 0,-5-4 0,0-3 0,1-5 0,2-8 0,-4-3 0,-2-2 0,11-40 0,2-16 0</inkml:trace>
  <inkml:trace contextRef="#ctx0" brushRef="#br0" timeOffset="2133">3352 1674 12479,'-15'0'0,"0"0"0,6 0 0,-1 0 0,-2 0 0,-1 0 0,-1 0 0,-1 0 0,5 5 0,2 1 0,0 3 0,0 2 0,3-3 0,-3 2 0,1 3 0,4 5 0,1 0 0,2 5 0,0 0 0,0 0 0,0-4 0,2 4 0,1-2 0,2-3 0,6-1 0,-1-4 0,3-3 0,2-6 0,0-2 0,-1-4 0,1-2 0,0-5 0,-2-5 0,-2-1 0,-1 0 0,-5-4 0,3-1 0,0 2 0,0 2 0,-4-4 0,1 1 0,-4 1 0,-1 1 0,0 3 0,0-1 0,-1 7 0,-3 1 0,-2 2 0,-2 0 0,3 0 0,-5 5 0,-1 0 0,2 0 0,1 2 0,2 3 0,1-2 0,3 7 0,-3 1 0,4 3 0,-4 2 0,5 3 0,5 6 0,-2 3 0,7 3 0,1 3 0,2 5 0,4 4 0,0 2 0,3 4 0,-2 5 0,-2 2 0,-1-4 0,-2-6 0,-3-5 0,-4-9 0,-6 3 0,0-6 0,0-4 0,-1-4 0,-4-6 0,-5-1 0,-3 1 0,-2 0 0,1-2 0,-1-2 0,0-1 0,1-5 0,-1 3 0,-1-1 0,-4-4 0,9-2 0,-4-1 0,2-1 0,0-4 0,0-5 0,1-8 0,4-3 0,1-2 0,3-1 0,17-65 0,-5 38 0,0-1 0</inkml:trace>
  <inkml:trace contextRef="#ctx0" brushRef="#br0" timeOffset="2483">3616 1733 12479,'0'-15'0,"0"0"0,0 1 0,0-1 0,-1 7 0,-4 3 0,-2 10 0,-2 5 0,4 3 0,-2 6 0,2 3 0,2-1 0,1 0 0,2 4 0,0-4 0,0 0 0,0 0 0,5 4 0,2-6 0,1-1 0,3-1 0,-2-4 0,0-3 0,1-4 0,-2 1 0,5-6 0,-3 2 0,2-6 0,-3-7 0,4-3 0,-4-1 0,-1-3 0,-3-2 0,-4-3 0,-1-4 0,0 2 0,0-2 0,0 3 0,-1 0 0,-4 2 0,-5 3 0,-3 3 0,-2 4 0,1 2 0,-1 3 0,0 1 0,0 5 0,1 2 0,-1 3 0,0 3 0,2 6 0,2 3 0,1 2 0,7-2 0,9 37 0,11 1 0</inkml:trace>
  <inkml:trace contextRef="#ctx0" brushRef="#br0" timeOffset="2883">3778 1571 12445,'0'-10'0,"-1"2"0,-4 2 0,3 1 0,-5 6 0,9 3 0,3 1 0,-2 11 0,7-1 0,0 1 0,-2 0 0,5 4 0,-3 1 0,3 0 0,2 1 0,-1-3 0,1-3 0,0 2 0,-1 2 0,1 0 0,0-6 0,0 1 0,-1 0 0,-6-1 0,-1 0 0,-2-3 0,0-1 0,0-5 0,-5 4 0,-7-5 0,-3 1 0,-3-4 0,-1-2 0,-1-3 0,0-2 0,0-2 0,6-2 0,0-5 0,1 0 0,0 1 0,5-6 0,-4 1 0,2 1 0,1 1 0,-1 3 0,5-1 0,1-1 0,4-4 0,3 4 0,7-2 0,0 5 0,-1 3 0,1 0 0,1-5 0,2 2 0,2 3 0,32 4 0,4 6 0</inkml:trace>
  <inkml:trace contextRef="#ctx0" brushRef="#br0" timeOffset="3817">4249 1556 12445,'-9'-9'0,"4"-1"0,2 7 0,0-4 0,-2 1 0,-2 4 0,3-3 0,2 3 0,-11 2 0,11 7 0,-3 3 0,4 3 0,1 1 0,1 1 0,3 2 0,2 0 0,2 3 0,2 5 0,3-4 0,-1 0 0,-3 0 0,1-1 0,3-4 0,-1 2 0,-2 2 0,-6-6 0,5-4 0,-3 2 0,4 1 0,-5 1 0,0-5 0,-5-3 0,-7-6 0,6-1 0,-4-4 0,3 3 0,2-5 0,2 6 0,3-4 0,-4 3 0,7-6 0,-4 3 0,1-5 0,4 2 0,-4-2 0,0 1 0,2 0 0,-6-4 0,6 4 0,-2-4 0,0-2 0,0 0 0,-5 0 0,1 1 0,4-1 0,-3 0 0,3 1 0,-4-1 0,-1 0 0,0 1 0,0-1 0,0 0 0,-1 7 0,-3 1 0,-1 1 0,1 4 0,4-3 0,0 10 0,0 5 0,0 3 0,0 2 0,0 1 0,1 4 0,4 4 0,-2 6 0,7 2 0,0 4 0,-2 2 0,5-1 0,-3 4 0,1-2 0,-1 2 0,3 2 0,-3 1 0,1-2 0,-1-2 0,2 0 0,-7-4 0,0-1 0,1-4 0,-4 0 0,3-12 0,-5-1 0,-5-1 0,1-4 0,-5-2 0,-3-1 0,4-7 0,-2 2 0,-1-3 0,-2-7 0,-2-2 0,0-1 0,1-3 0,-1-2 0,2-2 0,1 0 0,3 0 0,0 1 0,-2-3 0,3-1 0,1-1 0,1-1 0,3 6 0,-2-1 0,0 0 0,31-6 0,7-2 0</inkml:trace>
  <inkml:trace contextRef="#ctx0" brushRef="#br0" timeOffset="5339">4792 1674 12403,'-8'7'0,"-5"-6"0,5 6 0,-2-2 0,0 0 0,7-1 0,-3-4 0,6 0 0,0-1 0,0-4 0,1 2 0,4-7 0,5-2 0,-2 4 0,0-2 0,0-1 0,1-2 0,0-2 0,6-1 0,0-2 0,-1-2 0,6-6 0,1 2 0,2-4 0,3-1 0,2-6 0,1 1 0,1 1 0,-1 2 0,1 2 0,-1 1 0,2 4 0,3 4 0,-3 5 0,4 6 0,-4 2 0,-2 0 0,2 6 0,2-4 0,1 3 0,-1 2 0,-1 0 0,1-3 0,1-5 0,-1-7 0,-2-9 0,-1-2 0,-1-7 0,0-6 0,1-4 0,-3-3 0,0-1 0,-3-2 0,-4 0 0,4 5 0,1 0 0,-2 0 0,-2 5 0,-5 1 0,2 2 0,2 3 0,-1 7 0,-4 5 0,0 3 0,-1 5 0,-4 2 0,0-2 0,1 3 0,3 5 0,-5-3 0,1 0 0,2-2 0,1 0 0,1 0 0,-1-5 0,-1 1 0,-2-1 0,-1-5 0,6 1 0,0 1 0,0 2 0,-6 1 0,-1 0 0,-1 0 0,-4 1 0,4 4 0,-2 0 0,-2 7 0,-8-2 0,2 3 0,-7 4 0,-1 3 0,4-2 0,1 5 0,-1-1 0,4 3 0,-7-5 0,7 1 0,-2-1 0,1-3 0,0 3 0,0 1 0,-5-1 0,-3-2 0,4-1 0,0-1 0,1 4 0,-4-1 0,1 5 0,-3-5 0,0 2 0,3 1 0,-3-6 0,3 4 0,-3-3 0,-2-2 0,1 0 0,-1 0 0,0 0 0,1 0 0,4 0 0,0 0 0,7 0 0,-2-2 0,10-1 0,5-2 0,3-5 0,1 4 0,1-2 0,0-4 0,4-1 0,1-2 0,0 1 0,1-1 0,-5 0 0,4 2 0,-6 2 0,-4 1 0,3 7 0,-3-2 0,1 11 0,-1 7 0,-5 7 0,-3 3 0,-1 1 0,3 6 0,1-1 0,-2 1 0,0-1 0,0 0 0,2-1 0,-1-3 0,2-4 0,-1-6 0,-2-1 0,-1 1 0,4-7 0,4-3 0,-3-3 0,-1-2 0,-19-7 0,-3-1 0</inkml:trace>
  <inkml:trace contextRef="#ctx0" brushRef="#br0" timeOffset="6583">3896 1336 12351,'0'10'0,"0"0"0,-2-7 0,-3 2 0,4-5 0,-4-5 0,3-5 0,4-5 0,1-4 0,3-6 0,3-3 0,0-3 0,6-3 0,0-7 0,0-6 0,1-2 0,2-8 0,3-4 0,2 1 0,-3-7 0,2-2 0,0-2 0,-4-3 0,-2 2 0,-3 2 0,-2 3 0,-1 2 0,-7 1 0,2 7 0,-5 5 0,-5 7 0,4 10 0,-6 10 0,2 5 0,1 4 0,-3 8 0,2 3 0,3 5 0,-4 5 0,-1 5 0,6-2 0,-4 2 0,-2-1 0,2 6 0,-4 0 0,4 0 0,-2-1 0,4 1 0,-2 0 0,0-6 0,5 1 0,-1 0 0,-4-2 0,3 5 0,-3-3 0,3 3 0,1-3 0,-2 0 0,-2 1 0,0-3 0,5 2 0,0-7 0,0 4 0,0-7 0,-7 0 0,-3 0 0,-1 6 0,0 4 0,1 3 0,-2 2 0,4 0 0,0-1 0,0 1 0,0 0 0,3 0 0,-3-1 0,1 1 0,2 0 0,7-7 0,3-5 0,4-6 0,5-7 0,0-8 0,3-3 0,1-2 0,1-3 0,2 3 0,-3-2 0,2-1 0,-2-1 0,3 2 0,-1 2 0,-4 0 0,-5 0 0,3 5 0,-6-1 0,0 3 0,5 1 0,-11 7 0,6 8 0,-5 10 0,2 3 0,5 6 0,-4 1 0,2-1 0,4 3 0,1-6 0,2 4 0,-1-4 0,1-1 0,-2-1 0,-1 1 0,-3 0 0,3-1 0,-4-4 0,2 0 0,1 1 0,-4-2 0,-2 0 0,-4-5 0,-20-4 0,-6-9 0</inkml:trace>
  <inkml:trace contextRef="#ctx0" brushRef="#br0" timeOffset="7750">2632 1571 12297,'-15'0'0,"0"0"0,1 0 0,-1 0 0,0-1 0,0-3 0,1-1 0,4-1 0,0 1 0,-1-5 0,-2-3 0,3-3 0,0-2 0,0-3 0,2-2 0,-3-7 0,6-6 0,0-1 0,-2-4 0,4-8 0,-7-5 0,0-5 0,2-4 0,-5-4 0,3-7 0,-4-1 0,-6-3 0,4 2 0,-5 0 0,1 4 0,0 3 0,-6 12 0,3 0 0,-1 6 0,-1 9 0,7 9 0,-3 10 0,2 2 0,-1 3 0,0 8 0,6 5 2,-1 4 0,5 1 0,2 1 9,1 4 0,1-1 6,1 5-11,3 1 1,-4 0 3,6 0-6,0-7 1,1 4-2,4-7 1,-1 0-2,5 0 1,-4 0-1,5 0 0,-7-2-1,2-3 0,-1 3 0,0-3-1,-2 4 0,5 2 0,-7 4 0,0 5 0,0 0 0,0 3 0,0 5 0,0 3 0,0 4 0,0 4 0,0 1 0,0-1 0,0 0 0,0 1 0,0-1 0,0 1 0,0-6 0,0-1 0,0-2 0,0-1 0,0-14 0,0-6 0,0-10 0,0-7 0,0-6 0,0-7 0,0 1 0,0-1 0,0 1 0,0 0 0,0-2 0,0-4 0,0 9 0,0-3 0,0 1 0,0 0 0,-2 4 0,-1 1 0,-2 2 0,0 1 0,11 12 0,4 3 0,3 3 0,4 7 0,1 2 0,1-1 0,-1 1 0,5 3 0,0-4 0,1 1 0,1-1 0,-7 4 0,3-3 0,-1-1 0,-1 1 0,3-1 0,-4-3 0,1 4 0,-1 1 0,-2-5 0,-1 4 0,0-2 0,0 0 0,-1 0 0,1-5 0,0 0 0,-6 5 0,0 1 0,-3 2 0,6-4 0,-24 15 0,2-3 0</inkml:trace>
  <inkml:trace contextRef="#ctx0" brushRef="#br0" timeOffset="9217">1661 1439 12361,'-9'8'0,"-1"-3"0,2-2 0,-2 2 0,-3-2 0,3 7 0,2-7 0,-2 4 0,-1 0 0,-2-4 0,-2 5 0,0-2 0,0-2 0,1-3 0,-1-1 0,-1 0 0,-4 0 0,2 0 0,-6 0 0,-4-1 0,-5-4 0,1-3 0,-8-9 0,0-1 0,-3-1 0,-8-9 0,-4 0 0,-5-6 0,-4-4 0,-6-1 0,3-7 0,-2-3 0,0-4 0,7-5 0,0 1 0,7 0 0,6-2 0,3 4 0,4-9 0,2 4 0,6 1 0,8 5 0,3 2 0,2 1 0,3 4 0,2 3 0,3 4 0,1 6 0,2 3 0,5 7 0,-3 1 0,2 1 12,-6 3 14,11 11-4,-6 1-16,7 7 0,2 0 0,1 2-1,2 3 1,1-4-1,-1 4 2,5-3 1,-2-2-2,2 0 0,0 0-1,5 0 1,-6 0-2,1 0 0,-5 0-1,5 0 1,-7 1 0,2 4-2,-3-3-2,-2 5 0,0-7 0,0 0 0,-7 0 0,4 1 0,-5 4 0,1 5 0,-4 3 0,3 2 0,-2 1 0,0 4 0,0-2 0,-5 6 0,1 2 0,-1 2 0,0 3 0,1 2 0,-1 1 0,0-1 0,2-7 0,2-3 0,3-2 0,1-3 0,1-4 0,2-2 0,-1-2 0,0-9 0,5-1 0,0-6 0,0-9 0,0 0 0,0 1 0,0-6 0,0-1 0,2 0 0,3-1 0,-3 1 0,3 3 0,-4-3 0,-1-2 0,5 5 0,0-1 0,0 2 0,1 3 0,-4-1 0,5 0 0,-1 0 0,-4 6 0,4-1 0,1-2 0,-4 1 0,5 0 0,-1 1 0,-4-2 0,5 4 0,0-2 0,1-1 0,-1 4 0,-5 1 0,2-1 0,6 4 0,-1-7 0,-2 7 0,2-2 0,2 3 0,1 7 0,1 2 0,3-1 0,2 1 0,-1 4 0,7-2 0,1 0 0,2 1 0,1-5 0,-1 3 0,-2-1 0,-2-4 0,-4-1 0,3-2 0,-2 0 0,-3 0 0,-7 0 0,-2 1 0,-1 3 0,0 0 0,-5 3 0,2-2 0,-10-3 0,-3 4 0,0 1 0,-5-6 0,3 4 0,2-3 0,-2-2 0,7 0 0,-10 0 0,11 0 0,9-20 0,9-4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6:48.8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102 425 12120,'-2'-13'0,"-2"3"0,-5-1 0,-5 6 0,4 0 0,0 5 0,7 2 0,-2 2 0,-2 5 0,2 5 0,2 1 0,2 0 0,1 6 0,0 3 0,1 4 0,4 2 0,-2 4 0,6 2 0,-1 3 0,0 7 0,0 0 0,3 6 0,-2-2 0,-3-2 0,-1-2 0,-5-4 0,2-3 0,3-5 0,-4-4 0,4-6 0,-3-4 0,-2-4 0,0-8 0,0-3 0,0-10 0,0-4 0,0-4 0,6-80 0,-2 36 0,0 1 0</inkml:trace>
  <inkml:trace contextRef="#ctx0" brushRef="#br0" timeOffset="567">58 469 12120,'-15'0'0,"1"0"0,-1-6 0,7 4 0,3-5 0,10 7 0,5 0 0,3 0 0,1 0 0,1 0 0,-5 0 0,0 0 0,-1 2 0,0 3 0,2-2 0,-4 7 0,1 1 0,3 3 0,-3 0 0,2 1 0,2 1 0,1 4 0,1-4 0,1 4 0,0-2 0,-1 1 0,1-4 0,0 1 0,-1-4 0,1-1 0,0-4 0,0-2 0,-1-4 0,1-1 0,0-6 0,1-4 0,0-3 0,-1-2 0,3-4 0,-8-3 0,3 0 0,2-5 0,-6 5 0,0-3 0,-1-1 0,0-2 0,-5-1 0,4-1 0,-2 1 0,-1 0 0,1 1 0,-3 2 0,1 3 0,2 2 0,2 3 0,-4 6 0,2 2 0,-2-1 0,5 4 0,2 3 0,3 2 0,2 2 0,-7 2 0,-1 2 0,-3 6 0,1 3 0,0 4 0,-5 2 0,0 6 0,0 2 0,0 4 0,0 4 0,0 4 0,0 3 0,0 4 0,0 2 0,0 2 0,0 2 0,0 1 0,2 1 0,1-5 0,2-4 0,6-2 0,-2-4 0,0-6 0,1-7 0,-5-7 0,5-9 0,1-5 0,-2-3 0,0-2 0,1-46 0,5-11 0</inkml:trace>
  <inkml:trace contextRef="#ctx0" brushRef="#br0" timeOffset="833">940 616 12120,'0'-6'0,"0"6"0,0 8 0,2 10 0,1 3 0,2 0 0,-2 0 0,4 6 0,-3-3 0,0 4 0,-3 1 0,1 1 0,1-1 0,2 0 0,-2 1 0,-1-2 0,-2-2 0,2-5 0,3-5 0,-4 2 0,6-10 0,-1 1 0,-4-3 0,11-58 0,-5-13 0</inkml:trace>
  <inkml:trace contextRef="#ctx0" brushRef="#br0" timeOffset="967">984 469 12120,'-23'-8'0,"2"-5"0,6 5 0,1 0 0,-1 3 0,7 5 0,3 5 0,5 1 0,5 4 0,49-30 0,17-12 0</inkml:trace>
  <inkml:trace contextRef="#ctx0" brushRef="#br0" timeOffset="1234">1234 13 12120,'-7'-8'0,"-2"3"0,2 5 0,2 5 0,4 5 0,1 10 0,0 4 0,0 4 0,0 1 0,4 7 0,3 5 0,1 7 0,4 5 0,1 5 0,1 0 0,1 3 0,0 2 0,-1 0 0,1 4 0,0-4 0,-1-6 0,-5 1 0,-4-9 0,-4 0 0,-1 1 0,0-11 0,0 1 0,0-8 0,0-2 0,0-6 0,-1-3 0,-3-3 0,-1-5 0,0-8 0,-14-64 0,-6-22 0</inkml:trace>
  <inkml:trace contextRef="#ctx0" brushRef="#br0" timeOffset="1435">1087 778 12120,'-25'0'0,"1"0"0,11 5 0,-2 0 0,12 6 0,5-3 0,11 0 0,3 1 0,8-6 0,3 2 0,0-2 0,8-1 0,-1-2 0,0-2 0,2-3 0,-3 3 0,4-4 0,-2-1 0,-8-2 0,3 0 0,-6 0 0,4-3 0,1-1 0,-6-41 0,-1-9 0</inkml:trace>
  <inkml:trace contextRef="#ctx0" brushRef="#br0" timeOffset="1634">1572 660 12120,'0'15'0,"0"0"0,0-1 0,0 1 0,0 0 0,0 4 0,0 3 0,0 0 0,0 5 0,0 5 0,2 4 0,1 0 0,2 0 0,6 3 0,-3-6 0,2-4 0,0-3 0,-2-8 0,4 0 0,-3-6 0,0-7 0,2-10 0,-1-5 0,-13-75 0,2 33 0,0 0 0</inkml:trace>
  <inkml:trace contextRef="#ctx0" brushRef="#br0" timeOffset="1767">1631 528 12120,'-15'-7'0,"5"1"0,0-4 0,-1 5 0,5 5 0,1 5 0,8 3 0,3 7 0,3-2 0,2-3 0,2 3 0,3-3 0,2 1 0,2-1 0,52 10 0,8-4 0</inkml:trace>
  <inkml:trace contextRef="#ctx0" brushRef="#br0" timeOffset="2300">2101 646 12120,'-15'0'0,"1"0"0,-1 0 0,5 0 0,0 1 0,-1 2 0,-2 2 0,3 7 0,0-1 0,-1 6 0,-2 2 0,3 7 0,0-1 0,0 4 0,2 5 0,-3-1 0,6 5 0,2-1 0,1 1 0,2-6 0,2 1 0,1-7 0,2-6 0,6-10 0,1-5 0,4-5 0,4-5 0,-1-5 0,-2-8 0,1-3 0,1-2 0,1-2 0,-6-4 0,1 0 0,0-1 0,-5 6 0,-2-1 0,-2 1 0,-2 1 0,-3-3 0,-1 6 0,0 2 0,0 2 0,-6 1 0,-4 0 0,-3 7 0,-2 3 0,0 4 0,7 2 0,2 4 0,1 5 0,0 3 0,0 2 0,5-1 0,0 3 0,0 2 0,0 4 0,0 7 0,2 1 0,3 3 0,-2-1 0,5 6 0,0 3 0,0 6 0,1-1 0,2 5 0,-3-1 0,-1-4 0,-2 1 0,-5-1 0,0 0 0,0-4 0,-2-1 0,-3-9 0,-5-4 0,-3-3 0,-2-8 0,1 2 0,-3-5 0,-2-5 0,1 1 0,-7-6 0,1-2 0,1-1 0,-5-2 0,4 0 0,-2 0 0,1 0 0,-1-7 0,6-3 0,2-4 0,2-6 0,1-3 0,7-58 0,2-14 0</inkml:trace>
  <inkml:trace contextRef="#ctx0" brushRef="#br0" timeOffset="3001">2601 704 12120,'-15'-1'0,"1"-3"0,-1-2 0,0-2 0,0 4 0,1 0 0,4 2 0,0 4 0,-1 2 0,-1 5 0,1 4 0,1-2 0,-1-1 0,2 0 0,1 4 0,0 3 0,0 2 0,5-1 0,-4 5 0,2-2 0,0-3 0,0 4 0,5-3 0,0 1 0,0 1 0,7-5 0,3 2 0,3-6 0,2-1 0,-1-6 0,1-3 0,0-6 0,-1 0 0,1-9 0,0-4 0,-1 1 0,1-2 0,0 0 0,-2-3 0,-3-2 0,1 3 0,-4-3 0,-1 0 0,1 1 0,-1 4 0,-2-2 0,0 2 0,0-1 0,-3 7 0,-1-3 0,0 12 0,0 3 0,0 8 0,0 12 0,0 4 0,0 6 0,0 4 0,0-1 0,0 4 0,0 1 0,0-1 0,5-4 0,2 1 0,1-4 0,3-6 0,-2-2 0,0-9 0,3-4 0,1-2 0,0-9 0,-2-3 0,-1-4 0,13-83 0,-8 36 0,1-1 0</inkml:trace>
  <inkml:trace contextRef="#ctx0" brushRef="#br0" timeOffset="3317">2983 116 12120,'-10'-8'0,"2"2"0,2-1 0,-4 7 0,5 0 0,2 7 0,6 7 0,3 3 0,3 2 0,-6 4 0,3 8 0,-1 4 0,0 4 0,5 5 0,-5 5 0,0 6 0,1 7 0,-4 5 0,3 7 0,-4-1 0,-1 1 0,0-7 0,0-4 0,0-4 0,0-5 0,5-5 0,0-11 0,-1-9 0,-3-8 0,1-4 0,3-4 0,5-3 0,-2-4 0,1-6 0,3 0 0,-1-6 0,1-4 0,-2-3 0,1-2 0,-3-5 0,2 1 0,-7-53 0,4-8 0</inkml:trace>
  <inkml:trace contextRef="#ctx0" brushRef="#br0" timeOffset="3517">2748 734 12120,'-15'0'0,"1"0"0,5 0 0,4 0 0,12 0 0,8 0 0,8 0 0,4-5 0,3-2 0,-1-1 0,1-3 0,1 3 0,0-1 0,0 1 0,-4 0 0,1 3 0,3-3 0,-1 1 0,9-4 0,-8 3 0</inkml:trace>
  <inkml:trace contextRef="#ctx0" brushRef="#br0" timeOffset="3717">3277 660 12120,'0'15'0,"0"0"0,0-1 0,0 1 0,0 1 0,0 4 0,0 4 0,0 4 0,5 7 0,2 0 0,-1 1 0,1 0 0,2-1 0,-2-6 0,-1-1 0,1-4 0,4-2 0,-1-9 0,3-4 0,-3-4 0,0-10 0,1-4 0,2-44 0,2-10 0</inkml:trace>
  <inkml:trace contextRef="#ctx0" brushRef="#br0" timeOffset="3900">3380 469 12120,'-15'0'0,"2"2"0,3 3 0,4-2 0,6 7 0,0 1 0,0-3 0,2 1 0,2-3 0,6-3 0,3 4 0,2-2 0,0 0 0,-1 1 0,34-4 0,7 4 0</inkml:trace>
  <inkml:trace contextRef="#ctx0" brushRef="#br0" timeOffset="4167">3600 704 12120,'0'23'0,"0"-3"0,0-4 0,0 0 0,0 2 0,0 4 0,0 1 0,2 1 0,3 4 0,3-2 0,0-2 0,5-1 0,-3 2 0,3-6 0,2-2 0,1-9 0,2-3 0,2-4 0,-2-1 0,-2-6 0,-1-4 0,0-3 0,-1-2 0,1-4 0,-2-3 0,-3 0 0,-5-5 0,-4 6 0,-1 0 0,0 1 0,0 1 0,-6-2 0,-6 3 0,-4 0 0,-4 5 0,-4-2 0,3 7 0,-2 0 0,-3 3 0,-2 3 0,0 2 0,2 2 0,2 3 0,6 3 0,-2 8 0,4 4 0,14 29 0,4 13 0</inkml:trace>
  <inkml:trace contextRef="#ctx0" brushRef="#br0" timeOffset="5101">4056 719 12120,'-8'-6'0,"-5"4"0,3-3 0,2 3 0,-2 2 0,7 2 0,-2 3 0,3 3 0,4 7 0,3-1 0,5 1 0,3 5 0,1 1 0,1 0 0,0 0 0,0 6 0,-1-5 0,1 3 0,0-1 0,-6-4 0,1 3 0,0-2 0,-2-3 0,4-2 0,-7-1 0,-2 0 0,-2-7 0,-2-1 0,-2-9 0,-4-3 0,-1-5 0,3-5 0,-3-2 0,1-5 0,4-1 0,1 1 0,2-5 0,0 3 0,0-2 0,0-2 0,2-1 0,3-1 0,5 1 0,4-1 0,4 3 0,4 1 0,0 1 0,-2 7 0,5 0 0,-1 7 0,-1 6 0,5 3 0,-5 2 0,1 2 0,1 3 0,-8 3 0,3 7 0,-4 1 0,-1 3 0,0-1 0,-2 5 0,-3 0 0,-5 0 0,1 2 0,-1 4 0,-2 0 0,-1 1 0,-2-6 0,0 1 0,-2 1 0,-3 2 0,-1-4 0,-6-1 0,4-2 0,2-3 0,-4-6 0,5-3 0,2 3 0,-5-6 0,6-1 0,-3-10 0,3 2 0,4-5 0,3 1 0,-3 1 0,2 1 0,0 3 0,1-3 0,-4 4 0,6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6:46.3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89 12070,'-5'-10'0,"-2"0"0,-1-1 0,3-2 1,-4-2 7,-1 7-7,-5 1 1,7 9-1,3 3 1,3 5-2,2 3 0,0 1 0,0 3 1,0 2-1,0 6 0,5 3 0,2 1 0,-1 2 0,1 3 0,4 9 0,-1 6 0,2 0 0,-3 1 0,4-2 0,-4 6 0,0 0 0,1-2 0,-5-8 0,3-10 0,-1-3 0,-4-1 0,-1-7 0,-2-4 0,0-11 0,-2-8 0,-3-8 0,2-5 0,-7-2 0,-6-38 0,-7-11 0</inkml:trace>
  <inkml:trace contextRef="#ctx0" brushRef="#br0" timeOffset="651">60 251 12086,'-9'-15'0,"3"0"0,-1 0 0,1 1 0,-4-1 0,2 7 0,5 1 3,-2 1 2,0 4 1,5-6-1,1 5-2,4-2 0,-1-5 0,5 4 0,3-1-1,1 0 0,2-4 0,-1 1 0,3-1-1,2 1 1,-1-3 0,7 3-1,-1-1 0,-1 1 1,5-2-1,-5 8 1,0 0-2,-4 3 1,-2 1 0,-3 1-1,-1 6 0,-3 8 0,2 1 0,-8 10 1,0 3-1,-3 4 0,-2 8 0,-4-4 0,-5 3 0,-3-1 0,0-5 0,0 4 0,1-2 0,1-4 0,-9-2 0,9-4 0,-2-3 0,-5-2 0,3-1 0,-4-6 0,2-1 0,3-3 0,-1 2 0,0-8 0,0 0 0,7-3 0,-3-7 0,6-4 0,2-3 0,3-2 0,3 1 0,3-1 0,3 0 0,0 0 0,5 1 0,-3-1 0,-1 0 0,0 1 0,4-1 0,3 2 0,2 3 0,-2-3 0,4 3 0,-2-3 0,1-2 0,6 2 0,-3 2 0,1 3 0,1 1 0,-1 2 0,4 5 0,-3 2 0,-6 3 0,3 3 0,-3 7 0,-1 1 0,-2 4 0,-7 1 0,-3 5 0,-1-1 0,0 1 0,0 1 0,-7 3 0,-3-2 0,-5-4 0,-3 4 0,-1-5 0,-3 1 0,-2 1 0,1-2 0,-7 3 0,-1-3 0,-2-2 0,-1 3 0,-2-2 0,-2-1 0,-1 0 0,0-1 0,4-6 0,1 1 0,0 0 0,6-7 0,3-2 0,4-1 0,1 0 0,2-2 0,3-7 0,5-6 0,4-3 0,2-2 0,4-1 0,5-4 0,3-4 0,8-3 0,4 3 0,29-43 0,8-5 0</inkml:trace>
  <inkml:trace contextRef="#ctx0" brushRef="#br0" timeOffset="902">648 368 12140,'6'8'0,"-4"0"0,3-3 0,-2 4 0,0 5 0,2 1 0,-2 0 0,-1 4 0,-2 2 0,0 2 0,0 3 0,0 1 0,0-1 0,0-2 0,0 2 0,0-4 0,0-3 0,0-2 0,0-3 0,0-4 0,0 0 0,2-7 0,3 2 0,3-82 0,6-21 0</inkml:trace>
  <inkml:trace contextRef="#ctx0" brushRef="#br0" timeOffset="1084">604 177 12140,'-20'-10'0,"0"0"0,1 7 0,4-2 0,8 10 0,6 5 0,4 3 0,9-3 0,-3-2 0,4 0 0,2 0 0,0 1 0,0 0 0,-1-2 0,1-1 0,0-4 0,25 5 0,8-7 0</inkml:trace>
  <inkml:trace contextRef="#ctx0" brushRef="#br0" timeOffset="1573">1015 368 12140,'-8'-1'0,"1"-3"0,1-1 0,3 0 0,-7 5 0,-2 0 0,4 2 0,0 3 0,0 5 0,0 3 0,3 3 0,-3 4 0,1 4 0,4 4 0,-4 3 0,2 2 0,2 3 0,2 1 0,1-4 0,0 1 0,0-4 0,0-6 0,1 1 0,2-9 0,2-3 0,7-8 0,-2-2 0,1-8 0,-1-9 0,3-3 0,-3-7 0,1-2 0,-1-2 0,3-2 0,-5 1 0,2 0 0,0-1 0,-7 1 0,3 1 0,-1 2 0,0 1 0,0 7 0,-5-1 0,0 3 0,0 9 0,0 7 0,0 13 0,0 12 0,0 2 0,0 3 0,0 6 0,0 1 0,2 2 0,3 1 0,-2-6 0,7 3 0,0-1 0,-2-3 0,5-8 0,-3-7 0,3-5 0,1-4 0,1-5 0,0 1 0,-1-5 0,1-5 0,0 0 0,0-10 0,4-27 0,2-12 0,3-10 0,0 0 0</inkml:trace>
  <inkml:trace contextRef="#ctx0" brushRef="#br0" timeOffset="1951">1471 324 12140,'0'-15'0,"-7"1"0,-3-1 0,2 7 0,-2 3 0,-1 3 0,0 4 0,-1 3 0,2 5 0,-1 3 0,-4 6 0,-3 2 0,-1 2 0,1 3 0,1-3 0,4 0 0,2 0 0,1 0 0,7-5 0,-2 2 0,3-4 0,2-1 0,2-2 0,3-4 0,5-2 0,3-1 0,3-4 0,2 3 0,3-5 0,2-5 0,-3 3 0,3-4 0,-1 1 0,1 0 0,-5 0 0,2 5 0,-4 2 0,-1 3 0,0 5 0,-2 8 0,-4 1 0,-2 6 0,-7-4 0,0 0 0,0 0 0,0 5 0,-2-3 0,-1 2 0,-2-1 0,-6-6 0,1 2 0,-3-4 0,-2-1 0,0 0 0,1-1 0,-1-1 0,0-3 0,1 2 0,-1-6 0,-1 1 0,-4-1 0,4-1 0,-4-5 0,4 0 0,1 0 0,0-2 0,2-2 0,4-6 0,2-10 0,19-25 0,9-11 0,-1-8 0,0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6:59.5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59 427 12178,'-13'-15'14,"2"1"1,2-1 0,3 0 19,3 1 1,-4 4-8,2 0 1,0 5-4,5-5 0,0 5 6,0-4-25,0 5 0,2-2 0,3 6-5,5 0 1,-2 0 0,2 0 0,1 0-1,2 0 0,7 2 0,-1 1 0,-1 2 0,-1-2 0,2-1 0,2-2 0,1 0 0,-1 0 0,5 0 0,-3 0 0,0 0 0,-4 0 0,3 0 0,-3-2 0,-1-1 0,-2-2 0,-6 0 0,0 5 0,1 0 0,-2 0 0,0 0 0,-4 2 0,5 2 0,2 6 0,-4-2 0,2 1 0,-1-1 0,0 0 0,4 0 0,-4 2 0,4-5 0,2-4 0,0 4 0,1 0 0,2-2 0,2-1 0,-1-8 0,-4-4 0,0-3 0,-1-2 0,1 0 0,0 2 0,0 2 0,-1 1 0,-1 0 0,-1-5 0,-2 1 0,-2-1 0,3 2 0,-1 3 0,1 5 0,-2-1 0,0 1 0,3 2 0,1 1 0,2 2 0,1 0 0,2 2 0,1 3 0,3-4 0,-3 6 0,4-2 0,0-1 0,0 1 0,-5-5 0,3 0 0,2 0 0,0 0 0,1-1 0,-4-4 0,-4-5 0,-1 2 0,0 0 0,-2 0 0,-4-1 0,5 6 0,-5-2 0,-1 5 0,1 5 0,-3 5 0,4 3 0,-3 2 0,1-1 0,3 1 0,1-5 0,-1-2 0,-1-1 0,1-4 0,7-2 0,2-1 0,-2-1 0,-2-4 0,4-3 0,1-7 0,0 0 0,0 1 0,-1-1 0,-5 0 0,-1 1 0,1 5 0,0 5 0,-2 8 0,-2 6 0,-1 3 0,2 2 0,1 5 0,1-1 0,1-1 0,0-2 0,1-2 0,2-5 0,3-4 0,2-3 0,-3-4 0,4-3 0,1-4 0,-2-5 0,3-5 0,-7-1 0,-1 2 0,-1 2 0,-4 1 0,-4 1 0,-22 18 0,-11 6 0</inkml:trace>
  <inkml:trace contextRef="#ctx0" brushRef="#br0" timeOffset="2384">2102 265 12362,'-10'0'0,"2"-1"0,0-2 0,0-2 0,5 0 0,-4 6 0,9 3 0,3 2 0,4 2 0,3-3 0,1 5 0,0 2 0,3 1 0,4-4 0,-2 0 0,3-3 0,2-3 0,2-1 0,6-2 0,1-3 0,3-7 0,5-2 0,0-12 0,2-1 0,2 3 0,-5-6 0,-1 5 0,-4 0 0,-6 4 0,0 2 0,-9 4 0,-1 3 0,-8 5 0,-5 10 0,-3 5 0,-2 5 0,1 3 0,4 1 0,5-1 0,-2 4 0,2-3 0,1-1 0,2-2 0,7-2 0,1-5 0,0-4 0,1-3 0,4-2 0,-2-2 0,4-3 0,1-4 0,4-6 0,-2-3 0,-3-2 0,0 2 0,-2 2 0,0 1 0,-3 1 0,-2-1 0,-6 7 0,-5 3 0,1 3 0,2 9 0,0 3 0,-1 1 0,-3-1 0,1 6 0,5-4 0,0-1 0,-1 2 0,1-6 0,0-3 0,-1-2 0,1-2 0,6 0 0,2-2 0,2-2 0,-1-6 0,-4-8 0,4-2 0,1 2 0,-2 2 0,3 6 0,-7 2 0,-1 1 0,-1 4 0,-3 1 0,1 4 0,0 3 0,-5 3 0,-1 7 0,1 0 0,-2-1 0,5 1 0,-3 0 0,3-2 0,2-3 0,5-4 0,-1-6 0,-1 0 0,-2 0 0,-1-2 0,0-2 0,0-5 0,-1 1 0,-1-5 0,-1 5 0,-2 0 0,-1-5 0,4 13 0,-3 0 0,2 1 0,-6 8 0,2-1 0,4 0 0,1-5 0,2 2 0,1-3 0,3-2 0,-1-2 0,7-3 0,1-5 0,2-3 0,0 0 0,-2 2 0,-3 1 0,-2-1 0,3-1 0,-4 2 0,-2 5 0,-2 5 0,-3 5 0,-3 5 0,-3 3 0,-7 2 0,0 0 0,0-1 0,6 1 0,4-2 0,3-3 0,2-4 0,1-6 0,2-1 0,2-4 0,6-3 0,-2-9 0,4-1 0,1-1 0,-1-1 0,-3 7 0,-4 2 0,0 1 0,-5 7 0,4-2 0,-5 5 0,-5 5 0,1 3 0,-6 8 0,-2 2 0,-1 2 0,3-1 0,0-4 0,-2 0 0,-2-1 0,6-1 0,3-3 0,3-5 0,3-5 0,4-5 0,3-5 0,0-3 0,8-6 0,-5-2 0,0-1 0,2 1 0,-6-3 0,1 4 0,-1 4 0,-4 4 0,-2 1 0,-1 6 0,-7 7 0,-3 7 0,-4 4 0,-1 2 0,0 0 0,0-1 0,0 1 0,0 0 0,5-5 0,2-2 0,1-2 0,2-1 0,4-5 0,3-1 0,2-4 0,-1-3 0,7-7 0,3 0 0,4 0 0,-1 2 0,3 4 0,-4 4 0,-6 3 0,3 2 0,-8 0 0,-1 2 0,-2 3 0,-6 3 0,-2 8 0,-1 2 0,-4 2 0,-1-6 0,-2-4 0,0 2 0,6-1 0,4-1 0,3-4 0,2-7 0,0-4 0,-1-5 0,6 2 0,0-2 0,-1-1 0,2-2 0,-3 4 0,5 5 0,-2 2 0,-3 2 0,4 0 0,-3 0 0,-2 2 0,-6 2 0,2 0 0,-5 5 0,2 1 0,0-2 0,-5 6 0,4-6-2,3 0 1,1-2 0,2-6-1,-1 0 0,1 0 0,0-1 1,1-4-1,2-5 0,2-3 1,-1-2-1,-4 2 1,0 2-2,-1 1 0,1 7 1,0-2 1,-2 5-1,-3 5 0,-5 5 1,-4-2-1,-1 1-1,0 3 1,0 1 0,0 2 1,7-7 0,3-3 0,3-5-1,1-5 1,1 2 0,0-7 0,-1-2-1,1-1 1,0 3-1,1 2 0,4 2 1,-4 1 0,4 5 0,-6 2-1,-4 2 1,2 5 0,-6 5 0,1 1-1,-1 0 0,6-1 1,-4 1-1,0 0 1,5-7-1,-3-2 1,3-1-1,2 0 0,-1 0 1,3-6-1,1-4 0,1-5 1,2-3 0,-1-2-1,3 2 0,0 3 1,-2-3 0,-6 5 0,-1 0-1,1 3 0,0-2 0,-1 2-1,1 2 1,-5 3-1,0 5 1,-7-2 0,2 7 0,3-2-1,2 2 1,3-3-1,2-7 1,-1 0 1,1 0 0,-2-2 0,0-1 1,-1-4-1,-1-1 0,5 5 0,-6-4 0,3 2 0,2 0 1,-5-4-1,-2 2 1,-2-1-1,-2-3 1,2 2 0,-1 0 0,-2-3 0,-1 6 0,-2-1 0,0 9 0,0 3 0,0-2 0,0 7 0,0 1 0,5-3 0,1 0 0,3-1 0,-4 3 0,4-5 0,3-2 0,-1 0 0,1 0 0,-3 2 0,1 0 0,5-5 0,0 0 0,-1 0 0,1 0 0,-5 0 0,0 0 0,-1 0 0,6 0 0,0-1 0,0-3 0,-1-1 0,1-1 0,0 3 0,-1-4 0,1-1 0,0 3 0,-1-3 0,1 0 0,0 0 0,4-1 0,1-2 0,-2 1 0,-2-1 0,-1 3 0,0-2 0,-1 0 0,1 2 0,-5-4 0,0 8 0,1 0 0,2 3 0,-3 1 0,0 0 0,1 0 0,2 0 0,-3 1 0,0 3 0,1 0 0,2 6 0,2-5 0,0-2 0,-1-1 0,1-2 0,0 0 0,0-2 0,-1-1 0,1-2 0,0 2 0,-1-4 0,1 3 0,0 0 0,-1 3 0,-4 1 0,0 0 0,2 0 0,-4 0 0,1 0 0,-5 6 0,2-4 0,-19-9 0,-3-9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8:18.3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30 352 11861,'6'-8'9,"-4"0"0,3 3 1,-3 1-2,-2-5 1,0 4-3,0-5 0,1 5-2,4-5 0,-3 0-3,3-4 1,-4-1-2,-1 0 1,0 6-1,0-1 0,0 5 0,0-5 0,-1 7 0,-4-2 0,3 3 0,-6 9 0,5 3 0,-2 3 0,1 1 0,-2 1 0,1 1 0,2 2 0,1 2 0,-3 6 0,0-1 0,2 2 0,1 3 0,2-6 0,0 1 0,0 1 0,0 2 0,0-1 0,0 0 0,2-5 0,3 0 0,3-3 0,7-6 0,0-3 0,-1-3 0,1-7 0,0 0 0,-1 0 0,1-2 0,0-3 0,-1-5 0,1-3 0,0-1 0,0-1 0,-1 0 0,1 0 0,-5 1 0,0-1 0,-1 0 0,0 1 0,-3-6 0,-6 0 0,0 2 0,0-3 0,0 2 0,0 1 0,-5 1 0,-1 3 0,-3-1 0,0 2 0,-4 1 0,3 3 0,2 5 0,3-1 0,3 4 0,-4 2 0,6 4 0,0 5 0,0 3 0,0 2 0,1 0 0,2 1 0,2 4 0,5-4 0,-3 5 0,1-1 0,3-1 0,1 3 0,-1-6 0,-1 0 0,1-3 0,4-1 0,3 1 0,2-3 0,-2-6 0,-2-2 0,0-2 0,2 0 0,2 0 0,-1-6 0,-4-4 0,0-3 0,0-2 0,-2 0 0,-2-1 0,-3-2 0,-1-2 0,-2 1 0,-5 4 0,0-1 0,0-4 0,-7 4 0,-1-4 0,-2 2 0,0-1 0,1 2 0,-6-2 0,2 2 0,3 3 0,-1-1 0,4 0 0,0 1 0,1-1 0,-1 7 0,3 3 0,2 3 0,-3 4 0,8 3 0,2 5 0,0-2 0,-5 2 0,0 1 0,0-3 0,0 2 0,0 0 0,-13-2 0,-3-2 0</inkml:trace>
  <inkml:trace contextRef="#ctx0" brushRef="#br0" timeOffset="1467">868 87 11887,'0'-14'0,"0"-1"0,0 0 0,0 1 0,1 5 0,4 4 0,-3 2 0,3-2 0,-4 4 0,-2-4 0,-4 10 0,2-2 0,-6 7 0,3 1 0,-4 2 0,4 2 0,-3 0 0,-2-1 0,3 8 0,-2 2 0,-1 4 0,-2 1 0,3 1 0,2 1 0,-1 3 0,1 5 0,5 2 0,-2 1 0,3 1 0,2 3 0,2-4 0,3-3 0,3 1 0,0-3 0,5 2 0,-3-8 0,2-3 0,-3 0 0,4-7 0,-3-1 0,2-4 0,-3-1 0,5-5 0,-5-1 0,4-5 0,2 0 0,-5-7 0,-2-3 0,-1-2 0,4 4 0,-9-9 0,4 12 0,-6-6 0,-6-13 0,-2-4 0</inkml:trace>
  <inkml:trace contextRef="#ctx0" brushRef="#br0" timeOffset="2167">1088 337 11812,'-8'-6'0,"1"4"0,7-4 0,0-1 0,0 5 0,2-4 0,3 6 0,5 0 0,3 0 0,2 6 0,1 4 0,2 3 0,1 2 0,6-2 0,-4 0 0,0-1 0,1-1 0,2 5 0,-4-6 0,-2 3 0,-2 2 0,-1-5 0,-1-2 0,1-2 0,-5 4 0,0-5 0,0 0 0,-9-44 0,-2-10 0</inkml:trace>
  <inkml:trace contextRef="#ctx0" brushRef="#br0" timeOffset="2699">1470 234 11812,'-1'-9'0,"-4"-1"0,2 6 0,-7 0 0,5 4 0,-5 4 0,0 6 0,2 3 0,-5 9 0,3 0 0,-3 3 0,-2-1 0,2 6 1,2 4-1,1-1 0,-1-2 0,3-2 1,-1-1-1,3-4 0,3-4 0,1-4 0,2-1 0,0-7 0,0-8 0,0-10 0,0-3 0,0-1 0,0-1 0,0 0 0,5 1 0,0-1 0,0 0 0,-5 1 0,0 4 0,1 2 0,4 1 0,-3 2 0,4 5 0,-6 0 0,0 2 0,2 3 0,3 4 0,-3 6 0,2 3 0,0 3 0,1 2 0,-4 2 0,4 4 0,-3 2 0,-2 3 0,5-1 0,0 5 0,-2-1 0,-2 1 0,-1-7 0,0 0 0,0-7 0,0-2 0,0 2 0,0-4 0,0-2 0,0-9 0,7-4 0,3-10 0,-4-3 0,1-5 0,-1 3 0,-4-3 0,5 5 0,-1 0 0,-11-12 0,4 4 0</inkml:trace>
  <inkml:trace contextRef="#ctx0" brushRef="#br0" timeOffset="3033">1632 778 11814,'10'0'0,"0"0"0,-5 2 0,3 3 0,-2 5 0,-2 3 0,2 1 0,-1 3 0,-2 2 0,-1 6 0,-2 4 0,0 4 0,0 1 0,0-1 0,0-2 0,-2 0 0,-1 0 0,-2-2 0,-5-3 0,5-11 0,2 0 0,-12-33 0,-1-8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8:22.6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123 985 11766,'-8'0'42,"2"-6"-37,6-4 1,1-3-1,3-2-3,1 0 1,1 1 0,-3-3-1,4-1-1,1-1 1,0-7 0,4 1-1,-3-3 0,3-1 0,1-5 0,2-2 1,-1-2-2,1-3 1,0 4 0,-2-1 0,-2 2-1,-1 4 0,0-3 1,3 4-1,-2 5 0,-1 3 0,-5 9 0,5 4 0,-7 7 0,4 3 0,-7 9 0,0 4 0,0 2 0,-2 0 0,-1 0 0,-2-1 0,0 1 0,5 0 0,0-1 0,0 1 0,2 1 0,2 2 0,5 4 0,-1 0 0,5-2 0,-5 5 0,2-1 0,0-1 0,-1 3 0,6-5 0,0 0 0,0 1 0,-1 2 0,-1-4 0,-1-4 0,-2-4 0,-6-1 0,5-4 0,-3 1 0,-1-3 0,-5 4 0,-2-5 0,-3 1 0,-42-30 0,-17-8 0</inkml:trace>
  <inkml:trace contextRef="#ctx0" brushRef="#br0" timeOffset="232">94 691 11849,'-20'0'0,"-1"-1"0,-2-4 0,5 3 0,7-9 0,14 6 0,12 1 0,6 3 0,4-4 0,4-2 0,0 1 1,1-1 0,-1 1 0,1 3 0,-1-4 0,0-1 0,-1 3 0,-2-3 1,-3 1-2,-2 4 0,4-4 0,-4 1 0,0-1 0,1 1 0,-3 1 0,-4 5 0,-13-13 0,-4-3 0</inkml:trace>
  <inkml:trace contextRef="#ctx0" brushRef="#br0" timeOffset="616">609 59 11858,'8'-15'0,"3"1"0,-4 1 0,1 3 0,-3 3 0,5 7 0,1 0 0,-3 9 0,2 4 0,1 6 0,2 4 0,2 2 0,0 6 0,-1 3 0,1 5 0,0 4 0,1 1 0,1 0 0,-3 0 0,7 6 0,-9 4 0,-2 2 0,-2-2 0,-3-2 0,-5-5 0,0 2 0,0-1 0,0-4 0,0-3 0,-2-4 0,-3-1 0,-3 3 0,-7-4 0,-1-3 0,-4-1 0,4-6 0,-3-2 0,2-2 0,2-3 0,6-8 0,-1-5 0,7-5 0,-2-5 0,10-10 0,3-47 0,6-16 0</inkml:trace>
  <inkml:trace contextRef="#ctx0" brushRef="#br0" timeOffset="1400">1358 706 11757,'0'-10'9,"-1"2"0,-3 0 12,-1 0-18,0 4 1,7-7 0,3 6 0,6 2-2,7 1 1,0-3 0,7-1 0,3-1-2,4 1 0,-1-1 0,5 4 0,0-4-1,3-1 0,-1 5 0,0-2 0,-3 2 0,-2-2 0,-7 3 0,-3-3 0,-2 4 0,-3 1 0,-6 1 0,-2 4 0,-7-2 0,2 7 0,-30-13 0,-7 1 0</inkml:trace>
  <inkml:trace contextRef="#ctx0" brushRef="#br0" timeOffset="1834">1432 956 11826,'-15'0'0,"0"0"0,5 0 0,1 0 0,-3 0 0,-1 1 0,-2 4 0,6-3 0,-1 3 0,7-3 0,3-2 0,9 0 0,6 0 0,5 0 0,-1-2 0,9-1 0,5-4 0,3-1 0,-2-2 0,5-3 0,4 2 0,4 1 0,-1 0 0,1-3 0,-4 2 0,-4 1 0,-5 6 0,2 0 0,-5 2 0,-8 2 0,-5 0 0,-10 6 0,-5 4 0,-6 3 0,1-3 0,-4-2 0,-1-1 0,6-2 0,1-18 0,8-4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8:30.6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74 103 11941,'-15'-8'0,"0"2"0,0 6 1,1 0 0,6 1 3,3 4 1,3 5-1,2 8 1,0 5-3,0 5 1,2-1-1,1 13 1,3 0-3,3 3 0,0 7 0,6 3 0,0 1 0,0 0 0,-1-7 0,-1 2 0,-1-5 0,-2-5 0,-1-4 0,4-11 0,-1-4 0,-2-4 0,-7-8 0,3-3 0,-6-10 0,0-3 0,-1-7 0,-4 1 0,-7-30 0,-4-12 0,-3-5 0,-1 1 0</inkml:trace>
  <inkml:trace contextRef="#ctx0" brushRef="#br0" timeOffset="284">44 294 11971,'-5'-39'0,"0"2"0,2 1 0,1 1 0,2 8 0,0 2 0,0 6 0,2 2 0,3 4 0,6 2 0,7 1 0,4 5 0,4-3 0,0 1 0,5 4 0,-2 1 0,6 2 0,-4 0 0,-2 0 0,0 7 0,-1 3 0,-3 5 0,-6 4 0,-4-1 0,-4 7 0,-2 1 0,-3 1 0,-1 3 0,-5-1 0,0-1 0,0-3 0,-5 1 0,-1-7 0,-3-1 0,-2-1 0,-4-3 0,-3 1 0,-3 0 0,-2-1 0,-1 1 0,-6-2 0,1-1 0,0-3 0,-1-4 0,1 3 0,1-1 0,3-4 0,4-1 0,7-2 0,-1 0 0,7-2 0,4-3 0,8-4 0,5 0 0,11 0 0,5-3 0,28-14 0,10-5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8:27.1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543 471 11945,'0'-15'10,"0"1"1,0-1 1,0 0 0,0 6 9,0-1-1,0 7-17,0-4 1,0 14 0,0 2 0,0 4-3,0 2 1,0 6 0,0 4 0,0 3-2,0 1 0,5 2 0,2 2 0,-1 3 0,1 1 0,2 1 0,-2 3 0,-1-2 0,1 2 0,0-1 0,-4 1 0,2-3 0,-2-2 0,4-2 0,-3-6 0,0-4 0,-3-4 0,-1-9 0,0-1 0,-1-7 0,-3 1 0,0-8 0,-6-4 0,5-6 0,2-1 0,1 0 0,2-4 0,0-1 0,-3-38 0,-1-15 0,0-3 0,0-1 0</inkml:trace>
  <inkml:trace contextRef="#ctx0" brushRef="#br0" timeOffset="334">558 515 12053,'-7'-14'0,"-3"-1"0,2 0 0,0 0 0,0 2 0,0 4 0,3-3 0,-3 6 2,1-3 1,2 5 0,7-5 2,3 3 1,3-1-1,7 4 1,-1-3-6,1-3 1,1 4 0,2-3 0,4 0-1,1 0 0,-1 3 0,3-3 0,-4 1 0,0 4 0,-3 1 0,5 2 0,-2 0 0,-3 0 0,-6 2 0,-2 3 0,-1 5 0,0 3 0,-3 3 0,-6 2 0,0 3 0,0 2 0,0 2 0,-2 3 0,-2-2 0,-6-2 0,-3-4 0,-2 3 0,0-1 0,1 1 0,-1-5 0,-1 2 0,-2-5 0,-2-6 0,0 4 0,6-3 0,-1 2 0,0-2 0,1 1 0,-1-5 0,0 3 0,1-6 0,7 3 0,7-6 0,39-32 0,17-9 0</inkml:trace>
  <inkml:trace contextRef="#ctx0" brushRef="#br0" timeOffset="750">1234 177 12086,'0'-15'0,"0"6"0,0-1 0,0-2 0,0 6 0,-7-1 0,-2 9 0,-4 3 0,-2 3 0,0 7 0,0-1 0,1 1 0,-1 5 0,0 1 0,1 2 0,-1 3 0,0 3 0,2 4 0,2 3 0,1 2 0,2 1 0,-2 7 0,5 1 0,3 2 0,2 5 0,0-5 0,0-2 0,0-1 0,7-7 0,3-1 0,3-2 0,2-4 0,-1-7 0,1-6 0,1-2 0,4-3 0,-5-4 0,1-2 0,-5-1 0,1-4 0,1-1 0,0-4 0,-2-1 0,-1-2 0,-7-6 0,4-24 0,-7-12 0</inkml:trace>
  <inkml:trace contextRef="#ctx0" brushRef="#br0" timeOffset="1116">1293 383 12086,'0'-15'0,"-5"5"0,0 1 0,-2 1 0,3-2 0,2-3 0,-5 11 0,9 2 0,1 10 0,2 3 0,5 3 0,-3 2 0,-1 2 0,1-2 0,2-2 0,-2-1 0,1-1 0,4 1 0,-4 0 0,1-2 0,3-2 0,1-1 0,-3-5 0,0 3 0,1-1 0,2-4 0,2-1 0,-1-2 0,1 0 0,6-40 0,2-9 0</inkml:trace>
  <inkml:trace contextRef="#ctx0" brushRef="#br0" timeOffset="1548">1660 324 12086,'-14'8'0,"-1"-1"0,0-2 0,0 0 0,1 1 0,-1-1 0,0 3 0,1 0 0,-1 6 0,2-5 0,1 4 0,3 2 0,-1 0 0,-5-1 0,0 1 0,6-5 0,-1 0 0,7-7 0,-4 2 0,7-10 0,0 2 0,0-7 0,0-1 0,0 2 0,0 0 0,0 5 0,0-1 0,0 10 0,0 5 0,0 5 0,0 4 0,0 6 0,0 3 0,0 1 0,2 0 0,1 2 0,2 4 0,0-4 0,-5 3 0,0-3 0,0-1 0,0-3 0,0-2 0,0-6 0,0-2 0,5-3 0,0 1 0,-2 0 0,0-7 0,0-1 0,2-1 0,2-4 0,-4 4 0,2 1 0,2-6 0,-3 4 0,0 2 0,5-2 0,1-20 0,5-9 0</inkml:trace>
  <inkml:trace contextRef="#ctx0" brushRef="#br0" timeOffset="1967">1778 16 12086,'-8'-9'0,"3"3"0,10 6 0,3 8 0,7 5 0,1 7 0,3 2 0,3-2 0,4 6 0,-2 4 0,2 2 0,-3 11 0,2-1 0,1 7 0,2 3 0,-5-3 0,-4 4 0,-4-1 0,-5 0 0,-4-4 0,-7 1 0,-4-5 0,-5-5 0,-3 3 0,-4-4 0,0 0 0,-3-4 0,0-3 0,4-3 0,-2-2 0,-2-2 0,1 1 0,6 3 0,1-4 0,3-4 0,4-4 0,-4-1 0,3-1 0,1-6 0,5 6 0,0-26 0,0 2 0</inkml:trace>
  <inkml:trace contextRef="#ctx0" brushRef="#br0" timeOffset="2850">146 1456 12010,'-14'-5'0,"-1"0"0,0 0 0,0 5 0,1 0 0,-1 0 0,0 0 0,1 0 0,4 0 0,0 0 0,7 0 0,-2-5 0,10 1 0,3-3 0,7 4 0,-1-2 0,1 2 0,1-4 0,2 2 0,4 2 0,0 1 0,-2 1 0,5-3 0,1-1 0,1 2 0,8 2 0,1 1 0,3 0 0,7 0 0,-1 0 0,11 0 0,4 0 0,7 0 0,0 0 0,2 0 0,1 1 0,2 4 0,1 2 0,3 4 0,0-1 0,3 1 0,1-4 0,-2-2 0,9-4 0,9-1 0,-5 0 0,9 0 0,-5 0 0,-2 0 0,2-6 0,-6-4 0,0-1 0,-8 1 0,-4-3 0,-5 3 0,-3-3 0,-6-2 0,-10 2 0,-11 2 0,-11 2 0,-10 3 0,-4-4 0,-4 4 0,-4-3 0,-2 6 0,-7-3 0,-2 6 0,-3 0 0,4 0 0,-12 0 0,11 1 0,-3 4 0,4 3 0,14 0 0,3-1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00:58:33.1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162 221 11941,'0'-15'0,"0"1"0,0-1 0,0 0 0,0 1 0,2 1 0,3 3 0,-4-3 0,4 3 0,-3-3 0,3 3 0,0 0 0,0 7 0,-5-2 0,0 10 0,-7 3 0,-3 7 0,-3 0 0,3-1 0,1 1 0,-3 0 0,-1-1 0,-2 8 0,2 0 0,2 3 0,1-1 0,0 6 0,-3 6 0,2 1 0,1 4 0,2 2 0,-2 2 0,5 4 0,4 5 0,1-1 0,0-1 0,1-2 0,4-2 0,3 1 0,7-5 0,0-7 0,-1-4 0,6-5 0,1-4 0,0-6 0,1-6 0,-1-1 0,-3-6 0,1-2 0,-1-1 0,2-4 0,-4-1 0,-3-3 0,1-3 0,-6 5 0,1-6 0,-5 6 0,-11-15 0,-9 3 0</inkml:trace>
  <inkml:trace contextRef="#ctx0" brushRef="#br0" timeOffset="350">324 368 11941,'0'-15'0,"0"1"0,0-1 0,0 0 0,0 6 0,0-1 0,2 7 0,3-2 0,-2 5 0,5 5 0,0 4 0,0 4 0,-3 2 0,5 0 0,1-1 0,2 1 0,1 2 0,-3 0 0,-1 3 0,1-2 0,2-2 0,2-1 0,0-2 0,-1-3 0,1 3 0,0-5 0,-1 0 0,1-1 0,-2-9 0,-3-3 0,23-68 0,-17 25 0,0-1 0</inkml:trace>
  <inkml:trace contextRef="#ctx0" brushRef="#br0" timeOffset="751">765 221 11941,'-10'0'0,"2"2"0,0 1 0,0 2 0,-2 2 0,-3-3 0,1 6 0,3 3 0,-6 4 0,-5 1 0,2 3 0,2 2 0,3-5 0,1 3 0,3-2 0,-3 1 0,6 0 0,-1-6 0,1 1 0,4-5 0,-3 0 0,5-7 0,5 2 0,-2-8 0,5-4 0,1 1 0,-1-1 0,-3-3 0,3 4 0,-2-3 0,-1 6 0,-5-2 0,0 10 0,0 5 0,0 5 0,0 4 0,0 6 0,0 3 0,0 7 0,0 6 0,0 5 0,0 3 0,0 0 0,0-5 0,0-1 0,0-4 0,0 2 0,0-9 0,0-4 0,0-7 0,0-4 0,2-4 0,3-3 0,-4 3 0,6-12 0,-7 7 0,2-4 0,2 1 0,18-33 0,9-13 0</inkml:trace>
  <inkml:trace contextRef="#ctx0" brushRef="#br0" timeOffset="1218">971 353 11924,'-5'-14'0,"0"-1"0,0 7 0,5 1 0,0 7 0,0 0 0,0 7 0,0 3 0,2 3 0,3 1 0,-4 8 0,6 2 0,-2 4 0,0 1 0,1 6 0,-3 1 0,2 1 0,-2 4 0,4 6 0,0 2 0,-1-1 0,1-3 0,4 0 0,-3-1 0,2-2 0,0-3 0,-7-3 0,4-8 0,-2-3 0,-1-6 0,8-9 0,-6-5 0,4-10 0,-2-3 0,-4-7 0,1 0 0,-7-39 0,-6-9 0</inkml:trace>
  <inkml:trace contextRef="#ctx0" brushRef="#br0" timeOffset="1685">1500 471 11924,'6'-15'0,"-4"1"0,3-1 0,-2 0 0,2 1 0,-3-1 0,4 7 0,-6 3 0,-1 10 0,-3 5 0,-1 3 0,-6 8 0,3 3 0,-2 4 0,0 1 0,1 3 0,-6 2 0,0 5 0,0 3 0,1 1 0,-1-2 0,0-2 0,1 2 0,-1 0 0,2-4 0,1-6 0,3-5 0,4-8 0,-5 2 0,7-12 0,-2-8 0,3-6 0,4-9 0,1 0 0,2 0 0,6-6 0,-1-3 0,2-4 0,-3-1 0,9-21 0,4-8 0,-2-6 0,0 0 0</inkml:trace>
  <inkml:trace contextRef="#ctx0" brushRef="#br0" timeOffset="1951">1529 309 11924,'0'-14'0,"0"-1"0,0 5 0,0 0 0,0-1 0,0 4 0,2 1 0,1 8 0,2 2 0,5 6 0,-4 8 0,3 3 0,2 2 0,-3-3 0,2 4 0,3 3 0,5 0 0,-2 8 0,4-1 0,-4-1 0,-1-2 0,0-2 0,-1 2 0,1 2 0,0 1 0,-1 0 0,0-6 0,-3-2 0,-1-1 0,-5-7 0,3 3 0,-2 0 0,-1-5 0,-5 4 0,0-4 0,-1-7 0,-4-5 0,-23-8 0,-11-5 0</inkml:trace>
  <inkml:trace contextRef="#ctx0" brushRef="#br0" timeOffset="2184">1412 692 11912,'-15'0'0,"0"0"0,1-2 0,-1-1 0,0-2 0,5 0 0,2 3 0,2-3 0,7 4 0,9-4 0,3 3 0,2 2 0,1-5 0,2 0 0,3 2 0,2 1 0,0 2 0,3 0 0,-1 0 0,1 0 0,2 0 0,-1 0 0,0 0 0,-3 0 0,1-4 0,4-1 0,0 0 0,1-2 0,6-21 0,1-11 0</inkml:trace>
  <inkml:trace contextRef="#ctx0" brushRef="#br0" timeOffset="2684">1735 104 11912,'0'-15'0,"0"5"0,0 0 0,0-1 0,0-2 0,0-2 0,0 5 0,2 2 0,3 2 0,-2 1 0,7 5 0,-1 1 0,6 4 0,0 5 0,0 5 0,1 3 0,4 3 0,4 2 0,4 1 0,1 7 0,2 2 0,4 1 0,-3 5 0,6-3 0,-2 0 0,-4 0 0,-1 3 0,-3-3 0,-2 0 0,-1 0 0,-12 3 0,0-4 0,-5-3 0,-5-1 0,-8-1 0,-4 1 0,-4 2 0,-2 1 0,-1 0 0,-2-4 0,-2-1 0,2 0 0,-3 1 0,1-2 0,2-2 0,2-2 0,1-4 0,0 3 0,1-2 0,-1-3 0,5-2 0,2-1 0,2 0 0,1-1 0,5 1 0,0-7 0,0-1 0,0-9 0,1-1 0,4-2 0,-3-7 0,11-22 0,-5-13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2T00:59:07.825"/>
    </inkml:context>
    <inkml:brush xml:id="br0">
      <inkml:brushProperty name="width" value="0.05" units="cm"/>
      <inkml:brushProperty name="height" value="0.3" units="cm"/>
      <inkml:brushProperty name="color" value="#5B2D90"/>
      <inkml:brushProperty name="inkEffects" value="pencil"/>
    </inkml:brush>
  </inkml:definitions>
  <inkml:trace contextRef="#ctx0" brushRef="#br0">59 618 16014 238318 62896,'0'-15'63'0'-1113,"0"0"-37"0"674,0 1 0 0 1,0-1-3 0 68,0 0 1 0-1,0 5 6 0-110,0 1-16 0 274,0-1-12 0 177,0 2-2 0 30,0 1 0 0 0,-5 14 0 0 0,0 2 0 0 0,2 4 0 0 0,-4 2 0 0 0,1 0 0 0 0,-1 1 0 0 0,1 4 0 0 0,1-4 0 0 0,3 5 0 0 0,-1 1 0 0 0,-2 2 0 0 0,0-1 0 0 0,5 0 0 0 0,0 0 0 0 0,0-1 0 0 0,0-4 0 0 0,0 4 0 0 0,2-3 0 0 0,3 1 0 0 0,-2-5 0 0 0,7-6 0 0 0,1 1 0 0 0,2-2 0 0 0,2 4 0 0 0,1-7 0 0 0,2-2 0 0 0,2-1 0 0 0,0-2 0 0 0,-6 0 0 0 0,1-2 0 0 0,0-3 0 0 0,-1 2 0 0 0,1-7 0 0 0,0-1 0 0 0,-5-1 0 0 0,-2 1 0 0 0,-2 1 0 0 0,-3-2 0 0 0,1-1 0 0 0,-1-1 0 0 0,2-1 0 0 0,-2 0 0 0 0,-1 1 0 0 0,-2-1 0 0 0,0 0 0 0 0,0 0 0 0 0,0 1 0 0 0,0-1 0 0 0,0 0 0 0 0,0 1 0 0 0,-5 4 0 0 0,0 0 0 0 0,2-1 0 0 0,-5 4 0 0 0,4-4 0 0 0,-5 6 0 0 0,5 2 0 0 0,-1 7 0 0 0,4 6 0 0 0,1 3 0 0 0,1 2 0 0 0,3 0 0 0 0,1-1 0 0 0,4 1 0 0 0,-2 0 0 0 0,1-1 0-9 0,3 1 0 9 0,-2 0 0 0 0,0 0 0 0 0,3-2 0-121 0,1-4 0 121 0,3 3 0 0 0,2-7 0 0 0,2-2 0-131 0,-2-1 0 131 0,3 3 0 0 0,-1-1 0 0 0,-1-2 0-111 0,2-5 0 111 0,-4 0 0 0 0,2-6 0 0 0,-2 1 0-88 0,-3 0 0 88 0,1-2 0 0 0,0-4 0-39 0,-1-1 0 39 0,-5 0 0 0 0,-4 0 0 0 0,-4 1 0-7 0,-1-1 0 7 0,0 5 0 0 0,0 0 0 0 0,0-1 0 0 0,0-2 0 0 0,-6-2 0 0 0,-4 1 0 0 0,-2-1 0 0 0,3 0 0 0 0,-4 1 0 0 0,4-1 0 0 0,0 2 0 0 0,-1 3 0 0 0,5-3 0 0 0,-3 3 0 0 0,1-3 0 0 0,-4-2 0 0 0,9 7 0 0 0,0 8 0 0 0,7 10 0 0 0,39 55 0 0 0,5 15 0 0 0</inkml:trace>
  <inkml:trace contextRef="#ctx0" brushRef="#br0" timeOffset="518">691 838 16222 237812 59447,'-2'10'0'0'0,"-1"0"0"0"0,-2 1 0-506 0,-6-4 0-273 0,9-1 0 779 0,-4-7 0 0 0,7-4 0-363 0,4-5 0 363 0,-2 2 0 0 0,7-2 0 0 0,2 0 0-22 0,1 2 0 22 0,-3-5 0 0 0,-1 3 0 0 0,3-3 0 0 0,1-2 0 0 0,0 1 0 0 0,-2-1 0 0 0,-2 0 0 0 0,-3 0 0 0 0,4 1 0 0 0,-4-1 0 0 0,1 0 0 0 0,-1 1 0 0 0,-1-1 0 0 0,-5 0 0 0 0,0 1 0 0 0,0-1 0 0 0,0 0 0 0 0,-1 1 0 0 0,-4-1 0 0 0,2 2 0 0 0,-7 3 0 0 0,-2 5 0 0 0,-1 3 0 0 0,-1 2 0 0 0,-1 0 0 0 0,5 0 0 0 0,0 0 0 0 0,0 2 0 0 0,2 3 0 0 0,-3 3 0 0 0,4 7 0 0 0,1 0 0 0 0,-1-1 0 0 0,-3 1 0 0 0,6 1 0 0 0,0 2 0 0 0,3 2 0 0 0,1 1 0 0 0,0-3 0 0 0,0 2 0 0 0,0-2 0 0 0,1 3 0 0 0,3-2 0 0 0,2-1 0 0 0,2-1 0 0 0,4-3 0 0 0,6 1 0 0 0,1-2 0 0 0,-1-3 0 0 0,3 1 0 0 0,-1-6 0 0 0,-2 0 0 0 0,-2 2 0 0 0,4-6 0 0 0,0 4 0 0 0,-2-3 0 0 0,-2-2 0 0 0,-1 0 0 0 0,-1 0 0 0 0,1 0 0 0 0,-2-2 0 0 0,-2-1 0 0 0,-1-2 0 0 0,7-32 0 0 0,5-4 0 0 0</inkml:trace>
  <inkml:trace contextRef="#ctx0" brushRef="#br0" timeOffset="733">1103 647 16222 236142 59447,'-2'-13'0'0'0,"-3"3"0"0"0,3 5 0 0 0,-2 10 0 0 0,2 5 0 0 0,2 8 0 0 0,0 3 0 0 0,0 2 0 0 0,0 0 0 0 0,2 3 0 0 0,1-3 0 0 0,2-2 0 0 0,0 4 0 0 0,-4-6 0 0 0,3-1 0 0 0,0-2 0 0 0,6-6 0 0 0,-3-2 0 0 0,1-1 0 0 0,-3-2 0 0 0,3-7 0 0 0,0-3 0 0 0,0-4 0 0 0,9-83 0 0 0,-6 36 0 0 0,1-1 0 0 0</inkml:trace>
  <inkml:trace contextRef="#ctx0" brushRef="#br0" timeOffset="867">1161 515 16180 236142 60090,'-14'-15'0'0'0,"-1"0"0"0"0,0 1 0 0 0,1-1 0 0 0,4 7 0 0 0,0 3 0 0 0,2 5 0 0 0,-2 5 0 0 0,4 3 0 0 0,6 7 0 0 0,0-1 0 0 0,4 1 0 0 0,3-2 0 0 0,1-1 0 0 0,4-3 0 0 0,1-5 0 0 0,1 0 0 0 0,1-2 0 0 0,32-8 0 0 0,9-3 0 0 0</inkml:trace>
  <inkml:trace contextRef="#ctx0" brushRef="#br0" timeOffset="1416">1485 500 16180 236142 60090,'-10'0'0'0'0,"0"0"0"0"0,7 2 0 0 0,-4 1 0 0 0,3 3 0 480 0,-1 3 0-480 0,-5 0 0 0 0,5 6 0 0 0,0 0 0 48 0,-1 0 0-48 0,4 1 0 0 0,-3 2 0 0 0,3 1 0 0 0,2-1 0 0 0,0-1 0 0 0,0-3 0 0 0,0 1 0 0 0,0 0 0 0 0,5-5 0 0 0,2-2 0 0 0,1-2 0 0 0,3-2 0 0 0,7-3 0 0 0,2-1 0 0 0,-2-1 0 0 0,-2-4 0 0 0,-1-2 0 0 0,0-4 0 0 0,-1 1 0 0 0,1-2 0 0 0,-5-1 0 0 0,-2-1 0 0 0,-1-1 0 0 0,-3 0 0 0 0,-4 1 0 0 0,0-1 0 0 0,0 0 0 0 0,-6 7 0 0 0,-4 3 0 0 0,-3 4 0 0 0,-2 1 0 0 0,7 1 0 0 0,3 4 0 0 0,4 5 0 0 0,1 8 0 0 0,0 3 0 0 0,0 2 0 0 0,0 3 0 0 0,0 2 0 0 0,0 3 0 0 0,0 1 0 0 0,0 3 0 0 0,0 4 0 0 0,0-3 0 0 0,0 0 0 0 0,0 0 0 0 0,-2-2 0 0 0,-3-6 0 0 0,-5-2 0 0 0,-3-2 0 0 0,-1-6 0 0 0,-1 2 0 0 0,0-4 0 0 0,0-1 0 0 0,1-2 0 0 0,-1-1 0 0 0,-1-4 0 0 0,-4-2 0 0 0,4-1 0 0 0,-4-5 0 0 0,4 0 0 0 0,-2-6 0 0 0,2-3 0 0 0,2 0 0 0 0,1-1 0 0 0,5 0 0 0 0,0-5 0 0 0,0 2 0 0 0,0 4 0 0 0,4-5 0 0 0,0 5 0 0 0,2-4 0 0 0,2-2 0 0 0,6 0 0 0 0,4 0 0 0 0,36-19 0 0 0,10-5 0 0 0</inkml:trace>
  <inkml:trace contextRef="#ctx0" brushRef="#br0" timeOffset="2033">1735 177 16180 237918 60090,'-5'-17'0'0'0,"0"-2"0"0"0,0 2 0 0 0,5-2 0 0 0,0 2 0 0 0,0 3 0 0 0,0-1 0 0 0,2 7 0 0 0,3 3 0 0 0,-2 3 0 0 0,5 4 0 0 0,-1 3 0 0 0,-3-2 0 0 0,-4 9 0 0 0,0 2 0 0 0,0 4 0 0 0,0 8 0 0 0,2 0 0 0 0,1 7 0 0 0,2 6 0 0 0,2 5 0 0 0,-4 4 0 0 0,4 2 0 0 0,1 3 0 0 0,0-1 0 0 0,3 4 0 0 0,-3-4 0 0 0,-1-2 0 0 0,3-2 0 0 0,-4-7 0 0 0,1-5 0 0 0,-1-5 0 0 0,-1-5 0 0 0,-5-18 0 0 0,-1-8 0 0 0,-3-10 0 0 0,0-3 0 0 0,-6 3 0 0 0,5 0 0 0 0,2-3 0 0 0,1-5 0 0 0,2 2 0 0 0,0-4 0 0 0,0 2 0 0 0,0-1 0 0 0,0 3 0 0 0,0-6 0 0 0,2 3 0 0 0,2-1 0 0 0,0 1 0 0 0,6 2 0 0 0,1-1 0 0 0,2-1 0 0 0,7-1 0 0 0,1 5 0 0 0,0 1 0 0 0,0-1 0 0 0,4 2 0 0 0,-6 1 0 0 0,-1 4 0 0 0,-1 2 0 0 0,-3 1 0 0 0,1 5 0 0 0,0 0 0 0 0,-7 6 0 0 0,-3 4 0 0 0,-4 5 0 0 0,-1 4 0 0 0,0-1 0 0 0,0 7 0 0 0,0 1 0 0 0,0 2 0 0 0,0 1 0 0 0,-1 1 0 0 0,-2-1 0 131 0,-2 0 0-131 0,0 1 0 0 0,5-1 0 0 0,0 1 0 116 0,0-1 0-116 0,0-5 0 0 0,0-1 0 0 0,0-1 0 10 0,0-4 0-10 0,1-9 0 0 0,3-2 0 0 0,2-2 0 0 0,2 0 0 0 0,-3-2 0 0 0,5-8 0 0 0,2-5 0 0 0,1-3 0 0 0,8-73 0 0 0,-10 33 0 0 0,1 1 0 0 0</inkml:trace>
  <inkml:trace contextRef="#ctx0" brushRef="#br0" timeOffset="2450">2381 103 16176 239843 60152,'2'-15'0'0'0,"3"1"0"0"0,-2 4 0 0 0,5 0 0 0 0,-1-1 0 0 0,-4-2 0 0 0,4 3 0 0 0,-1 2 0 0 0,2 1 0 0 0,-4 2 0 0 0,2 5 0 0 0,-6 7 0 0 0,0 3 0 0 0,0 4 0 0 0,0 6 0 0 0,-1-2 0 0 0,-3 5 0 0 0,-1 0 0 0 0,2-1 0 0 0,0 1 0 0 0,0 3 0 0 0,-2-1 0 0 0,2 1 0 0 0,1 2 0 0 0,2 1 0 0 0,0 1 0 0 0,0-1 0 0 0,5 2 0 0 0,0 2 0 0 0,-2 1 0 0 0,-1-1 0 0 0,2-2 0 0 0,1-2 0 0 0,-1 1 0 0 0,-3-1 0 0 0,-1 0 0 0 0,0 1 0 0 0,2-3 0 0 0,3-2 0 0 0,-4 1 0 0 0,4-6 0 0 0,-3-2 0 0 0,-2-2 0 0 0,0-1 0 0 0,2-2 0 0 0,1-2 0 0 0,2-1 0 0 0,1-7 0 0 0,-1 2 0 0 0,5-3 0 0 0,3-2 0 0 0,-2 0 0 0 0,3-2 0 0 0,2-1 0 0 0,0-2 0 0 0,2-6 0 0 0,0 1 0 0 0,2-5 0 0 0,-2-5 0 0 0,-2 4 0 0 0,-1-3 0 0 0,-1 1 0 0 0,1-2 0 0 0,-7 4 0 0 0,-3-6 0 0 0,-3 3 0 0 0,-2-1 0 0 0,-52-19 0 0 0,-14 0 0 0 0</inkml:trace>
  <inkml:trace contextRef="#ctx0" brushRef="#br0" timeOffset="2615">2249 471 16138 239881 60764,'-15'0'0'0'0,"1"0"0"0"0,-1 0 0 0 0,2-2 0 0 0,3-3 0 0 0,12-1 0 0 0,13-4 0 0 0,7 3 0 0 0,6 1 0 0 0,8 2 0 0 0,3-5 0 0 0,2-1 0 0 0,-2 2 0 0 0,2-4 0 0 0,-7 7 0 0 0,1 0 0 0 0,1-1 0 0 0,-7 3 0 0 0,2-6 0 0 0,-5 3 0 0 0,-27-6 0 0 0,-3 4 0 0 0</inkml:trace>
  <inkml:trace contextRef="#ctx0" brushRef="#br0" timeOffset="3850">324 1176 16191 247243 59924,'0'-15'13'0'-200,"1"6"0"0"0,3-1 8 226-124,0-2-2-226 43,1 6 1 0-9,-5-7-12 0 174,0 11 0 0 1,0-3-5 0 62,0 10 1 0 0,0 3 0 0 0,0 7-2 0 27,0 0 0 0-1,0-1 0 0 1,0 3-2 0 23,0 2 0 0 0,0-2 0 0 0,0 4 0 0 1,0-1 0 0 2,0-1 0 0 0,0 7 0 0 0,0-1 0 0 0,0 3 0 0 0,0 1 0 0 0,0 0 0 0 0,0 1 0 0 0,0-1 0 0 0,0 1 0 0 0,0-1 0 0 0,0-1 0 0 0,0-2 0 0 0,0-2 0 0 0,7-6 0 0 0,1 2 0 0 0,2-4 0 0 0,0-1 0 0 0,-1 0 0 0 0,6-2 0 0 0,0-2 0 0 0,-1-1 0 0 0,1-5 0 0 0,2 3 0 0 0,0-1 0 0 0,3-4 0 0 0,1-2 0 0 0,-3 1 0 0 0,2 1 0 0 0,-2 2 0 0 0,3 0 0 0 0,-1-5 0 0 0,-2 0 0 0 0,-2 0 0 0 0,-1 0 0 0 0,-2-2 0 0 0,-2-1 0 0 0,-1-2 0 0 0,-5 0 0 0 0,3 4 0 0 0,-1-4 0 0 0,-3 2 0 0 0,-4-7 0 0 0,0 5 0 0 0,0-5 0 0 0,-1 7 0 0 0,-4-2 0 0 0,3 3 0 0 0,-17-11 0 0 0,2-3 0 0 0</inkml:trace>
  <inkml:trace contextRef="#ctx0" brushRef="#br0" timeOffset="4700">632 1544 16310 247469 58149,'-8'-9'0'0'0,"0"3"0"0"0,3 6 0 0 0,3 0 0 0 0,-4 2 0 0 0,6 2 0 0 0,0 0 0 0 0,2 6 0 0 0,2 1 0 0 0,3-3 0 0 0,4 2 0 0 0,-1 0 0 0 0,2-2 0 0 0,1 3 0 0 0,1-4 0 0 0,1 1 0 0 0,0 3 0 0 0,-1-2 0 0 0,1 0 0 0 0,0 1 0 0 0,0-2 0 0 0,-2 5 0 0 0,-2-4 0 0 0,-3 0 0 0 0,-1 1 0 0 0,-1-5 0 0 0,-2 5 0 0 0,0 1 0 0 0,1 2 0 0 0,-5 2 0 0 0,0 0 0 0 0,0 0 0 0 0,0-1 0 0 0,-1-1 0 0 0,-3-1 0 0 0,0-2 0 0 0,0 1 0 0 0,-2-3 0 0 0,-1 2 0 0 0,-1 1 0 0 0,-2 2 0 0 0,-4 0 0 0 0,-1-3 0 0 0,5 2 0 0 0,0-6 0 0 0,-1 1 0 0 0,-2-1 0 0 0,0 1 0 0 0,1-4 0 0 0,2 2 0 0 0,-1-2 0 0 0,3 4 0 0 0,-2-1 0 0 0,-1 3 0 0 0,4-5 0 0 0,1 5 0 0 0,1-1 0 0 0,0 0 0 0 0,0-3 0 0 0,5 5 0 0 0,0 1 0 0 0,0 2 0 0 0,0 2 0 0 0,0 0 0 0 0,0-1 0 0 0,0-6 0 0 0,0-1 0 0 0,0-9 0 0 0,0-3 0 0 0,5-3 0 0 0,0-6 0 0 0,-2-1 0 0 0,0 5 0 0 0,0 0 0 0 0,2-1 0 0 0,0 3 0 0 0,-5-2 0 0 0,0-2 0 0 0,0-1 0 0 0,0-1 0 0 0,0-1 0 0 0,0 0 0 0 0,-1 1 0 0 0,-3-1 0 0 0,-1 0 0 0 0,-4-4 0 0 0,2-1 0 0 0,1 0 0 0 0,-1-1 0 0 0,-3 3 0 0 0,5-5 0 0 0,0 2 0 0 0,-1 3 0 0 0,4 2 0 0 0,-3 1 0 0 0,4 0 0 0 0,1 6 0 0 0,0-1 0 0 0,0 6 0 0 0,1-2 0 0 0,4 6 0 0 0,-3 2 0 0 0,3 2 0 0 0,3-2 0 0 0,-6 6 0 0 0,4-4 0 0 0,1 0 0 0 0,-6 1 0 0 0,25-5 0 0 0,-1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13" Type="http://schemas.openxmlformats.org/officeDocument/2006/relationships/image" Target="../media/image48.png"/><Relationship Id="rId18" Type="http://schemas.openxmlformats.org/officeDocument/2006/relationships/customXml" Target="../ink/ink51.xml"/><Relationship Id="rId26" Type="http://schemas.openxmlformats.org/officeDocument/2006/relationships/customXml" Target="../ink/ink55.xml"/><Relationship Id="rId3" Type="http://schemas.openxmlformats.org/officeDocument/2006/relationships/image" Target="../media/image43.png"/><Relationship Id="rId21" Type="http://schemas.openxmlformats.org/officeDocument/2006/relationships/image" Target="../media/image52.png"/><Relationship Id="rId7" Type="http://schemas.openxmlformats.org/officeDocument/2006/relationships/image" Target="../media/image45.png"/><Relationship Id="rId12" Type="http://schemas.openxmlformats.org/officeDocument/2006/relationships/customXml" Target="../ink/ink48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2" Type="http://schemas.openxmlformats.org/officeDocument/2006/relationships/customXml" Target="../ink/ink43.xml"/><Relationship Id="rId16" Type="http://schemas.openxmlformats.org/officeDocument/2006/relationships/customXml" Target="../ink/ink50.xml"/><Relationship Id="rId20" Type="http://schemas.openxmlformats.org/officeDocument/2006/relationships/customXml" Target="../ink/ink52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5.xml"/><Relationship Id="rId11" Type="http://schemas.openxmlformats.org/officeDocument/2006/relationships/image" Target="../media/image47.png"/><Relationship Id="rId24" Type="http://schemas.openxmlformats.org/officeDocument/2006/relationships/customXml" Target="../ink/ink54.xml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56.xml"/><Relationship Id="rId10" Type="http://schemas.openxmlformats.org/officeDocument/2006/relationships/customXml" Target="../ink/ink47.xml"/><Relationship Id="rId19" Type="http://schemas.openxmlformats.org/officeDocument/2006/relationships/image" Target="../media/image51.png"/><Relationship Id="rId31" Type="http://schemas.openxmlformats.org/officeDocument/2006/relationships/image" Target="../media/image57.png"/><Relationship Id="rId4" Type="http://schemas.openxmlformats.org/officeDocument/2006/relationships/customXml" Target="../ink/ink44.xml"/><Relationship Id="rId9" Type="http://schemas.openxmlformats.org/officeDocument/2006/relationships/image" Target="../media/image46.png"/><Relationship Id="rId14" Type="http://schemas.openxmlformats.org/officeDocument/2006/relationships/customXml" Target="../ink/ink49.xml"/><Relationship Id="rId22" Type="http://schemas.openxmlformats.org/officeDocument/2006/relationships/customXml" Target="../ink/ink53.xml"/><Relationship Id="rId27" Type="http://schemas.openxmlformats.org/officeDocument/2006/relationships/image" Target="../media/image55.png"/><Relationship Id="rId30" Type="http://schemas.openxmlformats.org/officeDocument/2006/relationships/customXml" Target="../ink/ink5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intron-a/RAI_best-practices-6190/blob/main/docs/README-documentation.md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Project: Best-Practices in Algorithmic Fairness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5636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Ariel Cintron</a:t>
            </a:r>
          </a:p>
          <a:p>
            <a:r>
              <a:rPr lang="en-US" dirty="0"/>
              <a:t>ITCS-6190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7D4F-C402-BE81-AEC3-B5820F0B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772"/>
          </a:xfrm>
        </p:spPr>
        <p:txBody>
          <a:bodyPr/>
          <a:lstStyle/>
          <a:p>
            <a:r>
              <a:rPr lang="en-US" dirty="0"/>
              <a:t>Contingency Tables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F1A486B-E722-6F6B-CBDD-98CE53F00029}"/>
                  </a:ext>
                </a:extLst>
              </p14:cNvPr>
              <p14:cNvContentPartPr/>
              <p14:nvPr/>
            </p14:nvContentPartPr>
            <p14:xfrm>
              <a:off x="1534333" y="2641097"/>
              <a:ext cx="1011240" cy="407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F1A486B-E722-6F6B-CBDD-98CE53F000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3893" y="2630297"/>
                <a:ext cx="10324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B6E084F-6A1C-0F87-30B4-69A4DF21D7CE}"/>
                  </a:ext>
                </a:extLst>
              </p14:cNvPr>
              <p14:cNvContentPartPr/>
              <p14:nvPr/>
            </p14:nvContentPartPr>
            <p14:xfrm>
              <a:off x="1534333" y="3677537"/>
              <a:ext cx="561240" cy="296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B6E084F-6A1C-0F87-30B4-69A4DF21D7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3893" y="3666737"/>
                <a:ext cx="5824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FF27674-E48E-B8D3-9F78-F72622B2B1BE}"/>
                  </a:ext>
                </a:extLst>
              </p14:cNvPr>
              <p14:cNvContentPartPr/>
              <p14:nvPr/>
            </p14:nvContentPartPr>
            <p14:xfrm>
              <a:off x="2216893" y="3534617"/>
              <a:ext cx="1085400" cy="383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FF27674-E48E-B8D3-9F78-F72622B2B1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06450" y="3524177"/>
                <a:ext cx="1106647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8F6711A-BF24-500D-66B8-89E58B9293F3}"/>
                  </a:ext>
                </a:extLst>
              </p14:cNvPr>
              <p14:cNvContentPartPr/>
              <p14:nvPr/>
            </p14:nvContentPartPr>
            <p14:xfrm>
              <a:off x="1481413" y="2232857"/>
              <a:ext cx="5032800" cy="2170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8F6711A-BF24-500D-66B8-89E58B9293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70973" y="2222417"/>
                <a:ext cx="5054040" cy="21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6E585AF-D513-4F34-657A-E4FA11614B79}"/>
                  </a:ext>
                </a:extLst>
              </p14:cNvPr>
              <p14:cNvContentPartPr/>
              <p14:nvPr/>
            </p14:nvContentPartPr>
            <p14:xfrm>
              <a:off x="3582373" y="2005337"/>
              <a:ext cx="619560" cy="354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6E585AF-D513-4F34-657A-E4FA11614B7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71573" y="1994897"/>
                <a:ext cx="6408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EC0E567-7B94-3057-B801-EAA6FD18D07C}"/>
                  </a:ext>
                </a:extLst>
              </p14:cNvPr>
              <p14:cNvContentPartPr/>
              <p14:nvPr/>
            </p14:nvContentPartPr>
            <p14:xfrm>
              <a:off x="4513693" y="2005337"/>
              <a:ext cx="137880" cy="2342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EC0E567-7B94-3057-B801-EAA6FD18D07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02893" y="1994897"/>
                <a:ext cx="159120" cy="23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66BCC2F-57E5-F590-1F82-6B01B5D9F57A}"/>
                  </a:ext>
                </a:extLst>
              </p14:cNvPr>
              <p14:cNvContentPartPr/>
              <p14:nvPr/>
            </p14:nvContentPartPr>
            <p14:xfrm>
              <a:off x="5878813" y="1921457"/>
              <a:ext cx="254520" cy="2391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66BCC2F-57E5-F590-1F82-6B01B5D9F5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68373" y="1910657"/>
                <a:ext cx="275760" cy="24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8069893-7FAE-A11E-5C87-46762F976E5D}"/>
                  </a:ext>
                </a:extLst>
              </p14:cNvPr>
              <p14:cNvContentPartPr/>
              <p14:nvPr/>
            </p14:nvContentPartPr>
            <p14:xfrm>
              <a:off x="4905373" y="2013617"/>
              <a:ext cx="714600" cy="327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8069893-7FAE-A11E-5C87-46762F976E5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94573" y="2002829"/>
                <a:ext cx="735840" cy="34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B8F824C-6945-E7FA-984D-DE21A31188D4}"/>
                  </a:ext>
                </a:extLst>
              </p14:cNvPr>
              <p14:cNvContentPartPr/>
              <p14:nvPr/>
            </p14:nvContentPartPr>
            <p14:xfrm>
              <a:off x="6159253" y="1809497"/>
              <a:ext cx="1069560" cy="2392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B8F824C-6945-E7FA-984D-DE21A31188D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48809" y="1799057"/>
                <a:ext cx="1090807" cy="24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CE0A8C2-35A6-556A-6475-F470D09972FF}"/>
                  </a:ext>
                </a:extLst>
              </p14:cNvPr>
              <p14:cNvContentPartPr/>
              <p14:nvPr/>
            </p14:nvContentPartPr>
            <p14:xfrm>
              <a:off x="7313053" y="1788257"/>
              <a:ext cx="804600" cy="450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CE0A8C2-35A6-556A-6475-F470D09972F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02253" y="1777817"/>
                <a:ext cx="82584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D49AAD8-2540-6AC3-F1BF-ECC2DCCF8939}"/>
                  </a:ext>
                </a:extLst>
              </p14:cNvPr>
              <p14:cNvContentPartPr/>
              <p14:nvPr/>
            </p14:nvContentPartPr>
            <p14:xfrm>
              <a:off x="1566013" y="4333817"/>
              <a:ext cx="900000" cy="433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D49AAD8-2540-6AC3-F1BF-ECC2DCCF89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55573" y="4323026"/>
                <a:ext cx="921240" cy="454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95BCF8E-A5AE-22C4-0A55-B86D1291B249}"/>
                  </a:ext>
                </a:extLst>
              </p14:cNvPr>
              <p14:cNvContentPartPr/>
              <p14:nvPr/>
            </p14:nvContentPartPr>
            <p14:xfrm>
              <a:off x="1608493" y="4010897"/>
              <a:ext cx="5805360" cy="3232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95BCF8E-A5AE-22C4-0A55-B86D1291B2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97693" y="4000457"/>
                <a:ext cx="58266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C9389AD-57E3-6B22-7A5F-D1D8BA7302FD}"/>
                  </a:ext>
                </a:extLst>
              </p14:cNvPr>
              <p14:cNvContentPartPr/>
              <p14:nvPr/>
            </p14:nvContentPartPr>
            <p14:xfrm>
              <a:off x="6053413" y="4074257"/>
              <a:ext cx="106200" cy="643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C9389AD-57E3-6B22-7A5F-D1D8BA7302F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42973" y="4063817"/>
                <a:ext cx="127440" cy="66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1EE1577-85B0-1BDC-CF70-6514F00B0D08}"/>
                  </a:ext>
                </a:extLst>
              </p14:cNvPr>
              <p14:cNvContentPartPr/>
              <p14:nvPr/>
            </p14:nvContentPartPr>
            <p14:xfrm>
              <a:off x="7196413" y="4032137"/>
              <a:ext cx="42840" cy="6141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1EE1577-85B0-1BDC-CF70-6514F00B0D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85973" y="4021337"/>
                <a:ext cx="6408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27C2BDB-85C5-D074-6553-BB0BF8EFA549}"/>
                  </a:ext>
                </a:extLst>
              </p14:cNvPr>
              <p14:cNvContentPartPr/>
              <p14:nvPr/>
            </p14:nvContentPartPr>
            <p14:xfrm>
              <a:off x="3529453" y="4172177"/>
              <a:ext cx="1148400" cy="526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27C2BDB-85C5-D074-6553-BB0BF8EFA54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18656" y="4161377"/>
                <a:ext cx="1169633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9EADB1C-8518-8DFF-4E0E-61DCD005B2E4}"/>
                  </a:ext>
                </a:extLst>
              </p14:cNvPr>
              <p14:cNvContentPartPr/>
              <p14:nvPr/>
            </p14:nvContentPartPr>
            <p14:xfrm>
              <a:off x="3825733" y="2634977"/>
              <a:ext cx="219960" cy="2808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9EADB1C-8518-8DFF-4E0E-61DCD005B2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14951" y="2624537"/>
                <a:ext cx="241165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4C7C65C-0375-D6E6-7A18-1049DF1E2495}"/>
                  </a:ext>
                </a:extLst>
              </p14:cNvPr>
              <p14:cNvContentPartPr/>
              <p14:nvPr/>
            </p14:nvContentPartPr>
            <p14:xfrm>
              <a:off x="3963253" y="3404297"/>
              <a:ext cx="180360" cy="374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4C7C65C-0375-D6E6-7A18-1049DF1E24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52813" y="3393497"/>
                <a:ext cx="2016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D4964EC-C2CF-C7A5-A5AB-1DB901EB7F3C}"/>
                  </a:ext>
                </a:extLst>
              </p14:cNvPr>
              <p14:cNvContentPartPr/>
              <p14:nvPr/>
            </p14:nvContentPartPr>
            <p14:xfrm>
              <a:off x="5122093" y="2526977"/>
              <a:ext cx="216720" cy="3463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D4964EC-C2CF-C7A5-A5AB-1DB901EB7F3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11653" y="2516188"/>
                <a:ext cx="237960" cy="367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DF06FA5-8566-4B34-EA23-BEE97744C95F}"/>
                  </a:ext>
                </a:extLst>
              </p14:cNvPr>
              <p14:cNvContentPartPr/>
              <p14:nvPr/>
            </p14:nvContentPartPr>
            <p14:xfrm>
              <a:off x="5122813" y="3349577"/>
              <a:ext cx="285480" cy="4024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DF06FA5-8566-4B34-EA23-BEE97744C95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12013" y="3338777"/>
                <a:ext cx="30672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3F3934D-CC51-4793-215E-90609515E6CF}"/>
                  </a:ext>
                </a:extLst>
              </p14:cNvPr>
              <p14:cNvContentPartPr/>
              <p14:nvPr/>
            </p14:nvContentPartPr>
            <p14:xfrm>
              <a:off x="6423853" y="2403497"/>
              <a:ext cx="201600" cy="3168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3F3934D-CC51-4793-215E-90609515E6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13413" y="2392697"/>
                <a:ext cx="2228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7795F0F-36C1-43C5-0F26-5931589C90DA}"/>
                  </a:ext>
                </a:extLst>
              </p14:cNvPr>
              <p14:cNvContentPartPr/>
              <p14:nvPr/>
            </p14:nvContentPartPr>
            <p14:xfrm>
              <a:off x="6582613" y="3312497"/>
              <a:ext cx="26640" cy="4341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7795F0F-36C1-43C5-0F26-5931589C90D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572173" y="3301697"/>
                <a:ext cx="4788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0EE9296-6F89-CBFE-F9BB-3CF41AD46AA2}"/>
                  </a:ext>
                </a:extLst>
              </p14:cNvPr>
              <p14:cNvContentPartPr/>
              <p14:nvPr/>
            </p14:nvContentPartPr>
            <p14:xfrm>
              <a:off x="3957853" y="4423817"/>
              <a:ext cx="264960" cy="285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0EE9296-6F89-CBFE-F9BB-3CF41AD46A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47413" y="4413017"/>
                <a:ext cx="2862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A5FC56F-83DB-AC03-718E-28FA2DFB1A47}"/>
                  </a:ext>
                </a:extLst>
              </p14:cNvPr>
              <p14:cNvContentPartPr/>
              <p14:nvPr/>
            </p14:nvContentPartPr>
            <p14:xfrm>
              <a:off x="5212813" y="4301777"/>
              <a:ext cx="317880" cy="2966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A5FC56F-83DB-AC03-718E-28FA2DFB1A4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202013" y="4291337"/>
                <a:ext cx="33912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DD2DF04-694A-298F-16F8-E267F6A246E3}"/>
                  </a:ext>
                </a:extLst>
              </p14:cNvPr>
              <p14:cNvContentPartPr/>
              <p14:nvPr/>
            </p14:nvContentPartPr>
            <p14:xfrm>
              <a:off x="6557413" y="4227977"/>
              <a:ext cx="184320" cy="3549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DD2DF04-694A-298F-16F8-E267F6A246E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46613" y="4217177"/>
                <a:ext cx="20556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9D96F9F-A85E-DCCB-43AB-B6504741C035}"/>
                  </a:ext>
                </a:extLst>
              </p14:cNvPr>
              <p14:cNvContentPartPr/>
              <p14:nvPr/>
            </p14:nvContentPartPr>
            <p14:xfrm>
              <a:off x="7540573" y="2391617"/>
              <a:ext cx="370800" cy="3340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9D96F9F-A85E-DCCB-43AB-B6504741C03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29773" y="2381166"/>
                <a:ext cx="392040" cy="355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152F297-C1F2-CAC7-5B8E-2DDBF2890512}"/>
                  </a:ext>
                </a:extLst>
              </p14:cNvPr>
              <p14:cNvContentPartPr/>
              <p14:nvPr/>
            </p14:nvContentPartPr>
            <p14:xfrm>
              <a:off x="7175173" y="2899577"/>
              <a:ext cx="1206360" cy="11437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152F297-C1F2-CAC7-5B8E-2DDBF289051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64733" y="2889134"/>
                <a:ext cx="1227600" cy="1164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AD74175-1BC2-FE58-6D06-B2AE2AADC25C}"/>
                  </a:ext>
                </a:extLst>
              </p14:cNvPr>
              <p14:cNvContentPartPr/>
              <p14:nvPr/>
            </p14:nvContentPartPr>
            <p14:xfrm>
              <a:off x="7693933" y="4227977"/>
              <a:ext cx="381240" cy="2854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AD74175-1BC2-FE58-6D06-B2AE2AADC25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83133" y="4217177"/>
                <a:ext cx="4024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F94CFC3-1CBD-9BEE-E424-83D072739846}"/>
                  </a:ext>
                </a:extLst>
              </p14:cNvPr>
              <p14:cNvContentPartPr/>
              <p14:nvPr/>
            </p14:nvContentPartPr>
            <p14:xfrm>
              <a:off x="851773" y="3730457"/>
              <a:ext cx="338760" cy="303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F94CFC3-1CBD-9BEE-E424-83D07273984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1344" y="3719657"/>
                <a:ext cx="359977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DA7170E-739E-72FD-1225-E662239F7D54}"/>
                  </a:ext>
                </a:extLst>
              </p14:cNvPr>
              <p14:cNvContentPartPr/>
              <p14:nvPr/>
            </p14:nvContentPartPr>
            <p14:xfrm>
              <a:off x="846373" y="2682857"/>
              <a:ext cx="407880" cy="433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DA7170E-739E-72FD-1225-E662239F7D5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35933" y="2672066"/>
                <a:ext cx="429120" cy="455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4450E89-4F53-7AF1-1432-44CE15EDF9C5}"/>
                  </a:ext>
                </a:extLst>
              </p14:cNvPr>
              <p14:cNvContentPartPr/>
              <p14:nvPr/>
            </p14:nvContentPartPr>
            <p14:xfrm>
              <a:off x="3339013" y="1669097"/>
              <a:ext cx="465840" cy="38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4450E89-4F53-7AF1-1432-44CE15EDF9C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28221" y="1658297"/>
                <a:ext cx="487064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218714A-91CF-F924-DDEE-19334F00AE44}"/>
                  </a:ext>
                </a:extLst>
              </p14:cNvPr>
              <p14:cNvContentPartPr/>
              <p14:nvPr/>
            </p14:nvContentPartPr>
            <p14:xfrm>
              <a:off x="4899973" y="1624817"/>
              <a:ext cx="349560" cy="3772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218714A-91CF-F924-DDEE-19334F00AE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889173" y="1614377"/>
                <a:ext cx="37080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3E57BD8-4122-95A1-65E3-28AC17EBFBCC}"/>
                  </a:ext>
                </a:extLst>
              </p14:cNvPr>
              <p14:cNvContentPartPr/>
              <p14:nvPr/>
            </p14:nvContentPartPr>
            <p14:xfrm>
              <a:off x="6090493" y="1588457"/>
              <a:ext cx="349560" cy="4258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3E57BD8-4122-95A1-65E3-28AC17EBFB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080053" y="1578017"/>
                <a:ext cx="37080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C379800-5275-084A-4D53-72A75F0AFB89}"/>
                  </a:ext>
                </a:extLst>
              </p14:cNvPr>
              <p14:cNvContentPartPr/>
              <p14:nvPr/>
            </p14:nvContentPartPr>
            <p14:xfrm>
              <a:off x="1735573" y="5402657"/>
              <a:ext cx="317880" cy="3812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C379800-5275-084A-4D53-72A75F0AFB8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724773" y="5391857"/>
                <a:ext cx="33912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E7D9F43-F650-8F8C-2114-3575AAE6A922}"/>
                  </a:ext>
                </a:extLst>
              </p14:cNvPr>
              <p14:cNvContentPartPr/>
              <p14:nvPr/>
            </p14:nvContentPartPr>
            <p14:xfrm>
              <a:off x="9118093" y="2005337"/>
              <a:ext cx="697320" cy="10436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E7D9F43-F650-8F8C-2114-3575AAE6A92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107299" y="1994893"/>
                <a:ext cx="718549" cy="10648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97B1BF5-9867-F823-CB10-646EE59BC3BA}"/>
                  </a:ext>
                </a:extLst>
              </p14:cNvPr>
              <p14:cNvContentPartPr/>
              <p14:nvPr/>
            </p14:nvContentPartPr>
            <p14:xfrm>
              <a:off x="9291973" y="3100817"/>
              <a:ext cx="703080" cy="16135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97B1BF5-9867-F823-CB10-646EE59BC3B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281533" y="3090019"/>
                <a:ext cx="724320" cy="1634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7E3F638-6F78-9892-2BC6-DF227E76BEB6}"/>
                  </a:ext>
                </a:extLst>
              </p14:cNvPr>
              <p14:cNvContentPartPr/>
              <p14:nvPr/>
            </p14:nvContentPartPr>
            <p14:xfrm>
              <a:off x="9837013" y="4238417"/>
              <a:ext cx="291600" cy="4341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7E3F638-6F78-9892-2BC6-DF227E76BEB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826560" y="4227977"/>
                <a:ext cx="312866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71CB45E-3D2F-A551-11F7-3655B0865CCC}"/>
                  </a:ext>
                </a:extLst>
              </p14:cNvPr>
              <p14:cNvContentPartPr/>
              <p14:nvPr/>
            </p14:nvContentPartPr>
            <p14:xfrm>
              <a:off x="2190613" y="5503097"/>
              <a:ext cx="174960" cy="270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71CB45E-3D2F-A551-11F7-3655B0865C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179813" y="5492657"/>
                <a:ext cx="1962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9765BE69-E7F1-229F-F0D0-0CFFD34CF6F8}"/>
                  </a:ext>
                </a:extLst>
              </p14:cNvPr>
              <p14:cNvContentPartPr/>
              <p14:nvPr/>
            </p14:nvContentPartPr>
            <p14:xfrm>
              <a:off x="2523973" y="5206817"/>
              <a:ext cx="2577600" cy="5763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9765BE69-E7F1-229F-F0D0-0CFFD34CF6F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513171" y="5196384"/>
                <a:ext cx="2598843" cy="597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C735A8A5-802C-0F44-3254-42A357CAF9C0}"/>
                  </a:ext>
                </a:extLst>
              </p14:cNvPr>
              <p14:cNvContentPartPr/>
              <p14:nvPr/>
            </p14:nvContentPartPr>
            <p14:xfrm>
              <a:off x="6008773" y="5058497"/>
              <a:ext cx="1791360" cy="6300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C735A8A5-802C-0F44-3254-42A357CAF9C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98333" y="5048057"/>
                <a:ext cx="181260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CDF624C-9833-EC06-B00B-853F527FAC13}"/>
                  </a:ext>
                </a:extLst>
              </p14:cNvPr>
              <p14:cNvContentPartPr/>
              <p14:nvPr/>
            </p14:nvContentPartPr>
            <p14:xfrm>
              <a:off x="5413333" y="5175497"/>
              <a:ext cx="391320" cy="5184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CDF624C-9833-EC06-B00B-853F527FAC1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02533" y="5165057"/>
                <a:ext cx="41256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D3BA0AC-4836-7CDB-ED41-1B7F8802AAE6}"/>
                  </a:ext>
                </a:extLst>
              </p14:cNvPr>
              <p14:cNvContentPartPr/>
              <p14:nvPr/>
            </p14:nvContentPartPr>
            <p14:xfrm>
              <a:off x="5059093" y="5413097"/>
              <a:ext cx="179640" cy="2437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D3BA0AC-4836-7CDB-ED41-1B7F8802AAE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048653" y="5402657"/>
                <a:ext cx="2008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94BF5680-73F2-11A6-1DF5-F6226694C37D}"/>
                  </a:ext>
                </a:extLst>
              </p14:cNvPr>
              <p14:cNvContentPartPr/>
              <p14:nvPr/>
            </p14:nvContentPartPr>
            <p14:xfrm>
              <a:off x="6291733" y="5223737"/>
              <a:ext cx="153720" cy="4694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94BF5680-73F2-11A6-1DF5-F6226694C37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280933" y="5213297"/>
                <a:ext cx="174960" cy="49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170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F3C3B-F3B4-7295-5AD0-4CFB7282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 to Mitigate Bias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9CB738-9B05-5D00-807A-36FAD18CA55D}"/>
                  </a:ext>
                </a:extLst>
              </p14:cNvPr>
              <p14:cNvContentPartPr/>
              <p14:nvPr/>
            </p14:nvContentPartPr>
            <p14:xfrm>
              <a:off x="904693" y="2227457"/>
              <a:ext cx="3101400" cy="1434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9CB738-9B05-5D00-807A-36FAD18CA5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4253" y="2217017"/>
                <a:ext cx="3122640" cy="14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149F665-EB1D-4AE8-8DDB-DC1C822D3C97}"/>
                  </a:ext>
                </a:extLst>
              </p14:cNvPr>
              <p14:cNvContentPartPr/>
              <p14:nvPr/>
            </p14:nvContentPartPr>
            <p14:xfrm>
              <a:off x="1280533" y="2338697"/>
              <a:ext cx="577080" cy="1386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149F665-EB1D-4AE8-8DDB-DC1C822D3C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9733" y="2328257"/>
                <a:ext cx="598320" cy="14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568F1A5-FDA3-8705-7BF3-5B1693F5C0ED}"/>
                  </a:ext>
                </a:extLst>
              </p14:cNvPr>
              <p14:cNvContentPartPr/>
              <p14:nvPr/>
            </p14:nvContentPartPr>
            <p14:xfrm>
              <a:off x="2010613" y="2698697"/>
              <a:ext cx="407880" cy="1069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568F1A5-FDA3-8705-7BF3-5B1693F5C0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0173" y="2687897"/>
                <a:ext cx="429120" cy="10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91F166D-4E74-3D88-5726-98E8D5920E9F}"/>
                  </a:ext>
                </a:extLst>
              </p14:cNvPr>
              <p14:cNvContentPartPr/>
              <p14:nvPr/>
            </p14:nvContentPartPr>
            <p14:xfrm>
              <a:off x="3582373" y="3338777"/>
              <a:ext cx="270360" cy="303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91F166D-4E74-3D88-5726-98E8D5920E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71573" y="3328337"/>
                <a:ext cx="29160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93937D3-8C06-09BD-DF4E-8BAC316EE75D}"/>
                  </a:ext>
                </a:extLst>
              </p14:cNvPr>
              <p14:cNvContentPartPr/>
              <p14:nvPr/>
            </p14:nvContentPartPr>
            <p14:xfrm>
              <a:off x="2857333" y="3296657"/>
              <a:ext cx="307080" cy="320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93937D3-8C06-09BD-DF4E-8BAC316EE7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46546" y="3285857"/>
                <a:ext cx="328295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9E5A5B4-2678-9E35-612D-4E8511738F4D}"/>
                  </a:ext>
                </a:extLst>
              </p14:cNvPr>
              <p14:cNvContentPartPr/>
              <p14:nvPr/>
            </p14:nvContentPartPr>
            <p14:xfrm>
              <a:off x="1555573" y="3715337"/>
              <a:ext cx="2254680" cy="930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9E5A5B4-2678-9E35-612D-4E8511738F4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44773" y="3704537"/>
                <a:ext cx="2275920" cy="9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776E09D-04F7-00BF-B02B-1846050F06B3}"/>
                  </a:ext>
                </a:extLst>
              </p14:cNvPr>
              <p14:cNvContentPartPr/>
              <p14:nvPr/>
            </p14:nvContentPartPr>
            <p14:xfrm>
              <a:off x="7329253" y="1931897"/>
              <a:ext cx="1640520" cy="5976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776E09D-04F7-00BF-B02B-1846050F06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18811" y="1921097"/>
                <a:ext cx="1661765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891EE97-A8E7-124B-F8D0-C869834043E0}"/>
                  </a:ext>
                </a:extLst>
              </p14:cNvPr>
              <p14:cNvContentPartPr/>
              <p14:nvPr/>
            </p14:nvContentPartPr>
            <p14:xfrm>
              <a:off x="6296773" y="2021177"/>
              <a:ext cx="561600" cy="3445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891EE97-A8E7-124B-F8D0-C869834043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86326" y="2010726"/>
                <a:ext cx="582854" cy="365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B1D9D79-378E-FA82-7E45-870644D62BE0}"/>
                  </a:ext>
                </a:extLst>
              </p14:cNvPr>
              <p14:cNvContentPartPr/>
              <p14:nvPr/>
            </p14:nvContentPartPr>
            <p14:xfrm>
              <a:off x="6254653" y="2386217"/>
              <a:ext cx="2831400" cy="1540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B1D9D79-378E-FA82-7E45-870644D62BE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43853" y="2375753"/>
                <a:ext cx="2852640" cy="175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54B5F0F-DED5-0560-FD8F-BD3C3B88E1E7}"/>
                  </a:ext>
                </a:extLst>
              </p14:cNvPr>
              <p14:cNvContentPartPr/>
              <p14:nvPr/>
            </p14:nvContentPartPr>
            <p14:xfrm>
              <a:off x="5741293" y="3191177"/>
              <a:ext cx="609120" cy="4287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54B5F0F-DED5-0560-FD8F-BD3C3B88E1E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30487" y="3180728"/>
                <a:ext cx="630373" cy="450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CE65E0C-D932-13F3-EB8B-B6C37AB63E32}"/>
                  </a:ext>
                </a:extLst>
              </p14:cNvPr>
              <p14:cNvContentPartPr/>
              <p14:nvPr/>
            </p14:nvContentPartPr>
            <p14:xfrm>
              <a:off x="6400813" y="3169577"/>
              <a:ext cx="710280" cy="423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CE65E0C-D932-13F3-EB8B-B6C37AB63E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90368" y="3158777"/>
                <a:ext cx="731531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9FF7C4C-0245-868F-24D9-4F44269EA754}"/>
                  </a:ext>
                </a:extLst>
              </p14:cNvPr>
              <p14:cNvContentPartPr/>
              <p14:nvPr/>
            </p14:nvContentPartPr>
            <p14:xfrm>
              <a:off x="7577653" y="3624617"/>
              <a:ext cx="159120" cy="2959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9FF7C4C-0245-868F-24D9-4F44269EA7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66853" y="3613830"/>
                <a:ext cx="180360" cy="317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B55060E-D498-1754-7659-34E191E88391}"/>
                  </a:ext>
                </a:extLst>
              </p14:cNvPr>
              <p14:cNvContentPartPr/>
              <p14:nvPr/>
            </p14:nvContentPartPr>
            <p14:xfrm>
              <a:off x="7450933" y="2968337"/>
              <a:ext cx="989280" cy="524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B55060E-D498-1754-7659-34E191E8839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40493" y="2957897"/>
                <a:ext cx="101052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F0B4B00-D9C4-77DC-F8CE-3E693EC8B6A3}"/>
                  </a:ext>
                </a:extLst>
              </p14:cNvPr>
              <p14:cNvContentPartPr/>
              <p14:nvPr/>
            </p14:nvContentPartPr>
            <p14:xfrm>
              <a:off x="7831453" y="3550457"/>
              <a:ext cx="820080" cy="4237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F0B4B00-D9C4-77DC-F8CE-3E693EC8B6A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21013" y="3540017"/>
                <a:ext cx="84132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550EC0A-218C-85CE-B4BF-A41DDB1F21EC}"/>
                  </a:ext>
                </a:extLst>
              </p14:cNvPr>
              <p14:cNvContentPartPr/>
              <p14:nvPr/>
            </p14:nvContentPartPr>
            <p14:xfrm>
              <a:off x="5376253" y="2767457"/>
              <a:ext cx="973800" cy="762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550EC0A-218C-85CE-B4BF-A41DDB1F21E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71935" y="2763139"/>
                <a:ext cx="982437" cy="77075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5222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3F6F-F08D-962B-496D-977ED69A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Fairness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93DD9B-F060-4985-6B7E-CAD3209FF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8" t="32146" r="23618" b="41435"/>
          <a:stretch>
            <a:fillRect/>
          </a:stretch>
        </p:blipFill>
        <p:spPr>
          <a:xfrm>
            <a:off x="838200" y="2117559"/>
            <a:ext cx="10688500" cy="2871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38A3EC-EB37-B14C-3EA2-7E8BCE701A05}"/>
              </a:ext>
            </a:extLst>
          </p:cNvPr>
          <p:cNvSpPr txBox="1"/>
          <p:nvPr/>
        </p:nvSpPr>
        <p:spPr>
          <a:xfrm>
            <a:off x="1026695" y="5181600"/>
            <a:ext cx="447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Documentation 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84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23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Course Project: Best-Practices in Algorithmic Fairness</vt:lpstr>
      <vt:lpstr>Contingency Tables</vt:lpstr>
      <vt:lpstr>Conditional Probability to Mitigate Bias</vt:lpstr>
      <vt:lpstr>Quantifying Fairness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Ariel Cintron Arias</cp:lastModifiedBy>
  <cp:revision>8</cp:revision>
  <dcterms:created xsi:type="dcterms:W3CDTF">2026-06-22T00:41:10Z</dcterms:created>
  <dcterms:modified xsi:type="dcterms:W3CDTF">2026-06-22T01:36:23Z</dcterms:modified>
</cp:coreProperties>
</file>